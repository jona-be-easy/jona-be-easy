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2" r:id="rId3"/>
    <p:sldId id="257" r:id="rId4"/>
    <p:sldId id="258" r:id="rId5"/>
    <p:sldId id="259" r:id="rId6"/>
    <p:sldId id="260" r:id="rId7"/>
    <p:sldId id="261"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87" d="100"/>
          <a:sy n="87" d="100"/>
        </p:scale>
        <p:origin x="52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hyperlink" Target="https://ucu.ac.ug/" TargetMode="External"/><Relationship Id="rId3" Type="http://schemas.microsoft.com/office/2007/relationships/hdphoto" Target="../media/hdphoto1.wdp"/><Relationship Id="rId7" Type="http://schemas.microsoft.com/office/2007/relationships/hdphoto" Target="../media/hdphoto3.wdp"/><Relationship Id="rId12" Type="http://schemas.microsoft.com/office/2007/relationships/hdphoto" Target="../media/hdphoto4.wdp"/><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4.png"/><Relationship Id="rId11" Type="http://schemas.openxmlformats.org/officeDocument/2006/relationships/image" Target="../media/image6.png"/><Relationship Id="rId5" Type="http://schemas.microsoft.com/office/2007/relationships/hdphoto" Target="../media/hdphoto2.wdp"/><Relationship Id="rId10" Type="http://schemas.openxmlformats.org/officeDocument/2006/relationships/image" Target="../media/image5.png"/><Relationship Id="rId4" Type="http://schemas.openxmlformats.org/officeDocument/2006/relationships/image" Target="../media/image3.png"/><Relationship Id="rId9" Type="http://schemas.openxmlformats.org/officeDocument/2006/relationships/hyperlink" Target="mailto:info@ucu.ac.ug"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71078-AA0E-F840-AC0F-D54B3CBDC30F}"/>
              </a:ext>
            </a:extLst>
          </p:cNvPr>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GB" dirty="0"/>
          </a:p>
        </p:txBody>
      </p:sp>
      <p:sp>
        <p:nvSpPr>
          <p:cNvPr id="3" name="Subtitle 2">
            <a:extLst>
              <a:ext uri="{FF2B5EF4-FFF2-40B4-BE49-F238E27FC236}">
                <a16:creationId xmlns:a16="http://schemas.microsoft.com/office/drawing/2014/main" id="{D5F5036E-8807-6046-9CB7-EF6AF274ECB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GB"/>
          </a:p>
        </p:txBody>
      </p:sp>
      <p:sp>
        <p:nvSpPr>
          <p:cNvPr id="4" name="Date Placeholder 3">
            <a:extLst>
              <a:ext uri="{FF2B5EF4-FFF2-40B4-BE49-F238E27FC236}">
                <a16:creationId xmlns:a16="http://schemas.microsoft.com/office/drawing/2014/main" id="{ADEE2757-9B41-EB41-8A8C-6480BC75C842}"/>
              </a:ext>
            </a:extLst>
          </p:cNvPr>
          <p:cNvSpPr>
            <a:spLocks noGrp="1"/>
          </p:cNvSpPr>
          <p:nvPr>
            <p:ph type="dt" sz="half" idx="10"/>
          </p:nvPr>
        </p:nvSpPr>
        <p:spPr/>
        <p:txBody>
          <a:bodyPr/>
          <a:lstStyle/>
          <a:p>
            <a:fld id="{1DA1FB15-6D06-48CE-A7E9-4D6F63361D53}" type="datetimeFigureOut">
              <a:rPr lang="en-US" smtClean="0"/>
              <a:t>9/27/2026</a:t>
            </a:fld>
            <a:endParaRPr lang="en-US"/>
          </a:p>
        </p:txBody>
      </p:sp>
      <p:sp>
        <p:nvSpPr>
          <p:cNvPr id="5" name="Footer Placeholder 4">
            <a:extLst>
              <a:ext uri="{FF2B5EF4-FFF2-40B4-BE49-F238E27FC236}">
                <a16:creationId xmlns:a16="http://schemas.microsoft.com/office/drawing/2014/main" id="{2C22485F-D14F-A34F-829B-18FEF522351A}"/>
              </a:ext>
            </a:extLst>
          </p:cNvPr>
          <p:cNvSpPr>
            <a:spLocks noGrp="1"/>
          </p:cNvSpPr>
          <p:nvPr>
            <p:ph type="ftr" sz="quarter" idx="11"/>
          </p:nvPr>
        </p:nvSpPr>
        <p:spPr>
          <a:xfrm>
            <a:off x="2116899" y="6356350"/>
            <a:ext cx="8129391"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C03D89A4-A6FD-2F41-BC1B-990BD11D0A25}"/>
              </a:ext>
            </a:extLst>
          </p:cNvPr>
          <p:cNvSpPr>
            <a:spLocks noGrp="1"/>
          </p:cNvSpPr>
          <p:nvPr>
            <p:ph type="sldNum" sz="quarter" idx="12"/>
          </p:nvPr>
        </p:nvSpPr>
        <p:spPr/>
        <p:txBody>
          <a:bodyPr/>
          <a:lstStyle/>
          <a:p>
            <a:fld id="{7869D779-44DA-4905-ACC1-545D634B4037}" type="slidenum">
              <a:rPr lang="en-US" smtClean="0"/>
              <a:t>‹#›</a:t>
            </a:fld>
            <a:endParaRPr lang="en-US"/>
          </a:p>
        </p:txBody>
      </p:sp>
    </p:spTree>
    <p:extLst>
      <p:ext uri="{BB962C8B-B14F-4D97-AF65-F5344CB8AC3E}">
        <p14:creationId xmlns:p14="http://schemas.microsoft.com/office/powerpoint/2010/main" val="378691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B776C-CF19-2E46-BB78-0AF7AF133FC7}"/>
              </a:ext>
            </a:extLst>
          </p:cNvPr>
          <p:cNvSpPr>
            <a:spLocks noGrp="1"/>
          </p:cNvSpPr>
          <p:nvPr>
            <p:ph type="title"/>
          </p:nvPr>
        </p:nvSpPr>
        <p:spPr/>
        <p:txBody>
          <a:bodyPr/>
          <a:lstStyle/>
          <a:p>
            <a:r>
              <a:rPr lang="en-US" smtClean="0"/>
              <a:t>Click to edit Master title style</a:t>
            </a:r>
            <a:endParaRPr lang="en-GB" dirty="0"/>
          </a:p>
        </p:txBody>
      </p:sp>
      <p:sp>
        <p:nvSpPr>
          <p:cNvPr id="3" name="Content Placeholder 2">
            <a:extLst>
              <a:ext uri="{FF2B5EF4-FFF2-40B4-BE49-F238E27FC236}">
                <a16:creationId xmlns:a16="http://schemas.microsoft.com/office/drawing/2014/main" id="{065F3F6D-B2D0-A04A-9CAC-F688DEAE433A}"/>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4" name="Date Placeholder 3">
            <a:extLst>
              <a:ext uri="{FF2B5EF4-FFF2-40B4-BE49-F238E27FC236}">
                <a16:creationId xmlns:a16="http://schemas.microsoft.com/office/drawing/2014/main" id="{78FFEDF4-24C6-7D41-9B25-9320CCEC0EA7}"/>
              </a:ext>
            </a:extLst>
          </p:cNvPr>
          <p:cNvSpPr>
            <a:spLocks noGrp="1"/>
          </p:cNvSpPr>
          <p:nvPr>
            <p:ph type="dt" sz="half" idx="10"/>
          </p:nvPr>
        </p:nvSpPr>
        <p:spPr/>
        <p:txBody>
          <a:bodyPr/>
          <a:lstStyle/>
          <a:p>
            <a:fld id="{1DA1FB15-6D06-48CE-A7E9-4D6F63361D53}" type="datetimeFigureOut">
              <a:rPr lang="en-US" smtClean="0"/>
              <a:t>9/27/2026</a:t>
            </a:fld>
            <a:endParaRPr lang="en-US"/>
          </a:p>
        </p:txBody>
      </p:sp>
      <p:sp>
        <p:nvSpPr>
          <p:cNvPr id="5" name="Footer Placeholder 4">
            <a:extLst>
              <a:ext uri="{FF2B5EF4-FFF2-40B4-BE49-F238E27FC236}">
                <a16:creationId xmlns:a16="http://schemas.microsoft.com/office/drawing/2014/main" id="{DC3ED841-6832-E942-AA5E-A238D3916D92}"/>
              </a:ext>
            </a:extLst>
          </p:cNvPr>
          <p:cNvSpPr>
            <a:spLocks noGrp="1"/>
          </p:cNvSpPr>
          <p:nvPr>
            <p:ph type="ftr" sz="quarter" idx="11"/>
          </p:nvPr>
        </p:nvSpPr>
        <p:spPr>
          <a:xfrm>
            <a:off x="2116899" y="6356350"/>
            <a:ext cx="8129391"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A761C0D-619D-E741-BBF0-25270D9C7AC4}"/>
              </a:ext>
            </a:extLst>
          </p:cNvPr>
          <p:cNvSpPr>
            <a:spLocks noGrp="1"/>
          </p:cNvSpPr>
          <p:nvPr>
            <p:ph type="sldNum" sz="quarter" idx="12"/>
          </p:nvPr>
        </p:nvSpPr>
        <p:spPr/>
        <p:txBody>
          <a:bodyPr/>
          <a:lstStyle/>
          <a:p>
            <a:fld id="{7869D779-44DA-4905-ACC1-545D634B4037}" type="slidenum">
              <a:rPr lang="en-US" smtClean="0"/>
              <a:t>‹#›</a:t>
            </a:fld>
            <a:endParaRPr lang="en-US"/>
          </a:p>
        </p:txBody>
      </p:sp>
    </p:spTree>
    <p:extLst>
      <p:ext uri="{BB962C8B-B14F-4D97-AF65-F5344CB8AC3E}">
        <p14:creationId xmlns:p14="http://schemas.microsoft.com/office/powerpoint/2010/main" val="22039123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6ACDA-EEA7-E94E-BBF7-B17C263325C7}"/>
              </a:ext>
            </a:extLst>
          </p:cNvPr>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GB"/>
          </a:p>
        </p:txBody>
      </p:sp>
      <p:sp>
        <p:nvSpPr>
          <p:cNvPr id="3" name="Text Placeholder 2">
            <a:extLst>
              <a:ext uri="{FF2B5EF4-FFF2-40B4-BE49-F238E27FC236}">
                <a16:creationId xmlns:a16="http://schemas.microsoft.com/office/drawing/2014/main" id="{4AE3D8A1-5B2F-7143-98F4-58335FF27DE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a:extLst>
              <a:ext uri="{FF2B5EF4-FFF2-40B4-BE49-F238E27FC236}">
                <a16:creationId xmlns:a16="http://schemas.microsoft.com/office/drawing/2014/main" id="{4D7EBA56-5030-D144-BF76-5FD43098CCC9}"/>
              </a:ext>
            </a:extLst>
          </p:cNvPr>
          <p:cNvSpPr>
            <a:spLocks noGrp="1"/>
          </p:cNvSpPr>
          <p:nvPr>
            <p:ph type="dt" sz="half" idx="10"/>
          </p:nvPr>
        </p:nvSpPr>
        <p:spPr/>
        <p:txBody>
          <a:bodyPr/>
          <a:lstStyle/>
          <a:p>
            <a:fld id="{1DA1FB15-6D06-48CE-A7E9-4D6F63361D53}" type="datetimeFigureOut">
              <a:rPr lang="en-US" smtClean="0"/>
              <a:t>9/27/2026</a:t>
            </a:fld>
            <a:endParaRPr lang="en-US"/>
          </a:p>
        </p:txBody>
      </p:sp>
      <p:sp>
        <p:nvSpPr>
          <p:cNvPr id="5" name="Footer Placeholder 4">
            <a:extLst>
              <a:ext uri="{FF2B5EF4-FFF2-40B4-BE49-F238E27FC236}">
                <a16:creationId xmlns:a16="http://schemas.microsoft.com/office/drawing/2014/main" id="{DF0D8E8B-6288-EF46-820D-86183E58AE9C}"/>
              </a:ext>
            </a:extLst>
          </p:cNvPr>
          <p:cNvSpPr>
            <a:spLocks noGrp="1"/>
          </p:cNvSpPr>
          <p:nvPr>
            <p:ph type="ftr" sz="quarter" idx="11"/>
          </p:nvPr>
        </p:nvSpPr>
        <p:spPr>
          <a:xfrm>
            <a:off x="2116899" y="6356350"/>
            <a:ext cx="8129391"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83E42B2E-027D-BF44-B66B-B991F021B757}"/>
              </a:ext>
            </a:extLst>
          </p:cNvPr>
          <p:cNvSpPr>
            <a:spLocks noGrp="1"/>
          </p:cNvSpPr>
          <p:nvPr>
            <p:ph type="sldNum" sz="quarter" idx="12"/>
          </p:nvPr>
        </p:nvSpPr>
        <p:spPr/>
        <p:txBody>
          <a:bodyPr/>
          <a:lstStyle/>
          <a:p>
            <a:fld id="{7869D779-44DA-4905-ACC1-545D634B4037}" type="slidenum">
              <a:rPr lang="en-US" smtClean="0"/>
              <a:t>‹#›</a:t>
            </a:fld>
            <a:endParaRPr lang="en-US"/>
          </a:p>
        </p:txBody>
      </p:sp>
    </p:spTree>
    <p:extLst>
      <p:ext uri="{BB962C8B-B14F-4D97-AF65-F5344CB8AC3E}">
        <p14:creationId xmlns:p14="http://schemas.microsoft.com/office/powerpoint/2010/main" val="23905016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EB1F6-8518-C943-991B-B1F201D8F1D6}"/>
              </a:ext>
            </a:extLst>
          </p:cNvPr>
          <p:cNvSpPr>
            <a:spLocks noGrp="1"/>
          </p:cNvSpPr>
          <p:nvPr>
            <p:ph type="title"/>
          </p:nvPr>
        </p:nvSpPr>
        <p:spPr/>
        <p:txBody>
          <a:bodyPr/>
          <a:lstStyle/>
          <a:p>
            <a:r>
              <a:rPr lang="en-US" smtClean="0"/>
              <a:t>Click to edit Master title style</a:t>
            </a:r>
            <a:endParaRPr lang="en-GB"/>
          </a:p>
        </p:txBody>
      </p:sp>
      <p:sp>
        <p:nvSpPr>
          <p:cNvPr id="3" name="Content Placeholder 2">
            <a:extLst>
              <a:ext uri="{FF2B5EF4-FFF2-40B4-BE49-F238E27FC236}">
                <a16:creationId xmlns:a16="http://schemas.microsoft.com/office/drawing/2014/main" id="{33413681-A652-D44F-81CD-C502DFA1C137}"/>
              </a:ext>
            </a:extLst>
          </p:cNvPr>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a:extLst>
              <a:ext uri="{FF2B5EF4-FFF2-40B4-BE49-F238E27FC236}">
                <a16:creationId xmlns:a16="http://schemas.microsoft.com/office/drawing/2014/main" id="{1A7166B2-225A-D34C-B913-192EC0F64343}"/>
              </a:ext>
            </a:extLst>
          </p:cNvPr>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a:extLst>
              <a:ext uri="{FF2B5EF4-FFF2-40B4-BE49-F238E27FC236}">
                <a16:creationId xmlns:a16="http://schemas.microsoft.com/office/drawing/2014/main" id="{AEA23FAB-1B70-EC4F-B39C-F6CD17E65953}"/>
              </a:ext>
            </a:extLst>
          </p:cNvPr>
          <p:cNvSpPr>
            <a:spLocks noGrp="1"/>
          </p:cNvSpPr>
          <p:nvPr>
            <p:ph type="dt" sz="half" idx="10"/>
          </p:nvPr>
        </p:nvSpPr>
        <p:spPr/>
        <p:txBody>
          <a:bodyPr/>
          <a:lstStyle/>
          <a:p>
            <a:fld id="{1DA1FB15-6D06-48CE-A7E9-4D6F63361D53}" type="datetimeFigureOut">
              <a:rPr lang="en-US" smtClean="0"/>
              <a:t>9/27/2026</a:t>
            </a:fld>
            <a:endParaRPr lang="en-US"/>
          </a:p>
        </p:txBody>
      </p:sp>
      <p:sp>
        <p:nvSpPr>
          <p:cNvPr id="6" name="Footer Placeholder 5">
            <a:extLst>
              <a:ext uri="{FF2B5EF4-FFF2-40B4-BE49-F238E27FC236}">
                <a16:creationId xmlns:a16="http://schemas.microsoft.com/office/drawing/2014/main" id="{B26BC87A-1BAB-8545-BF77-5BD95297EBF9}"/>
              </a:ext>
            </a:extLst>
          </p:cNvPr>
          <p:cNvSpPr>
            <a:spLocks noGrp="1"/>
          </p:cNvSpPr>
          <p:nvPr>
            <p:ph type="ftr" sz="quarter" idx="11"/>
          </p:nvPr>
        </p:nvSpPr>
        <p:spPr>
          <a:xfrm>
            <a:off x="2116899" y="6356350"/>
            <a:ext cx="8129391"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7E06C3B2-C2C4-BB41-BF5B-31A6780FC557}"/>
              </a:ext>
            </a:extLst>
          </p:cNvPr>
          <p:cNvSpPr>
            <a:spLocks noGrp="1"/>
          </p:cNvSpPr>
          <p:nvPr>
            <p:ph type="sldNum" sz="quarter" idx="12"/>
          </p:nvPr>
        </p:nvSpPr>
        <p:spPr/>
        <p:txBody>
          <a:bodyPr/>
          <a:lstStyle/>
          <a:p>
            <a:fld id="{7869D779-44DA-4905-ACC1-545D634B4037}" type="slidenum">
              <a:rPr lang="en-US" smtClean="0"/>
              <a:t>‹#›</a:t>
            </a:fld>
            <a:endParaRPr lang="en-US"/>
          </a:p>
        </p:txBody>
      </p:sp>
    </p:spTree>
    <p:extLst>
      <p:ext uri="{BB962C8B-B14F-4D97-AF65-F5344CB8AC3E}">
        <p14:creationId xmlns:p14="http://schemas.microsoft.com/office/powerpoint/2010/main" val="17805893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DD7CE-FDDF-A540-BF41-BE156F4B4270}"/>
              </a:ext>
            </a:extLst>
          </p:cNvPr>
          <p:cNvSpPr>
            <a:spLocks noGrp="1"/>
          </p:cNvSpPr>
          <p:nvPr>
            <p:ph type="title"/>
          </p:nvPr>
        </p:nvSpPr>
        <p:spPr>
          <a:xfrm>
            <a:off x="839788" y="365125"/>
            <a:ext cx="10515600" cy="1325563"/>
          </a:xfrm>
        </p:spPr>
        <p:txBody>
          <a:bodyPr/>
          <a:lstStyle/>
          <a:p>
            <a:r>
              <a:rPr lang="en-US" smtClean="0"/>
              <a:t>Click to edit Master title style</a:t>
            </a:r>
            <a:endParaRPr lang="en-GB"/>
          </a:p>
        </p:txBody>
      </p:sp>
      <p:sp>
        <p:nvSpPr>
          <p:cNvPr id="3" name="Text Placeholder 2">
            <a:extLst>
              <a:ext uri="{FF2B5EF4-FFF2-40B4-BE49-F238E27FC236}">
                <a16:creationId xmlns:a16="http://schemas.microsoft.com/office/drawing/2014/main" id="{5482DC54-754C-D347-A493-B6434DEE1759}"/>
              </a:ext>
            </a:extLst>
          </p:cNvPr>
          <p:cNvSpPr>
            <a:spLocks noGrp="1"/>
          </p:cNvSpPr>
          <p:nvPr>
            <p:ph type="body" idx="1"/>
          </p:nvPr>
        </p:nvSpPr>
        <p:spPr>
          <a:xfrm>
            <a:off x="839788" y="1681163"/>
            <a:ext cx="5157787" cy="823912"/>
          </a:xfrm>
          <a:solidFill>
            <a:srgbClr val="D7014D"/>
          </a:solidFill>
        </p:spPr>
        <p:txBody>
          <a:bodyPr anchor="b"/>
          <a:lstStyle>
            <a:lvl1pPr marL="0" indent="0">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a:extLst>
              <a:ext uri="{FF2B5EF4-FFF2-40B4-BE49-F238E27FC236}">
                <a16:creationId xmlns:a16="http://schemas.microsoft.com/office/drawing/2014/main" id="{C741B5BE-5B59-1041-B601-8C4E8B9D9090}"/>
              </a:ext>
            </a:extLst>
          </p:cNvPr>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5" name="Text Placeholder 4">
            <a:extLst>
              <a:ext uri="{FF2B5EF4-FFF2-40B4-BE49-F238E27FC236}">
                <a16:creationId xmlns:a16="http://schemas.microsoft.com/office/drawing/2014/main" id="{A9EE4A3B-95D8-264A-AC69-DCD7252801AC}"/>
              </a:ext>
            </a:extLst>
          </p:cNvPr>
          <p:cNvSpPr>
            <a:spLocks noGrp="1"/>
          </p:cNvSpPr>
          <p:nvPr>
            <p:ph type="body" sz="quarter" idx="3"/>
          </p:nvPr>
        </p:nvSpPr>
        <p:spPr>
          <a:xfrm>
            <a:off x="6172200" y="1681163"/>
            <a:ext cx="5183188" cy="823912"/>
          </a:xfrm>
          <a:solidFill>
            <a:srgbClr val="FFD932"/>
          </a:solidFill>
        </p:spPr>
        <p:txBody>
          <a:bodyPr anchor="b"/>
          <a:lstStyle>
            <a:lvl1pPr marL="0" indent="0">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a:extLst>
              <a:ext uri="{FF2B5EF4-FFF2-40B4-BE49-F238E27FC236}">
                <a16:creationId xmlns:a16="http://schemas.microsoft.com/office/drawing/2014/main" id="{763569E4-68F9-124C-BAFA-15C75ED6A50A}"/>
              </a:ext>
            </a:extLst>
          </p:cNvPr>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a:extLst>
              <a:ext uri="{FF2B5EF4-FFF2-40B4-BE49-F238E27FC236}">
                <a16:creationId xmlns:a16="http://schemas.microsoft.com/office/drawing/2014/main" id="{284113C7-3C31-C646-99EB-9D1295DA8F59}"/>
              </a:ext>
            </a:extLst>
          </p:cNvPr>
          <p:cNvSpPr>
            <a:spLocks noGrp="1"/>
          </p:cNvSpPr>
          <p:nvPr>
            <p:ph type="dt" sz="half" idx="10"/>
          </p:nvPr>
        </p:nvSpPr>
        <p:spPr/>
        <p:txBody>
          <a:bodyPr/>
          <a:lstStyle/>
          <a:p>
            <a:fld id="{1DA1FB15-6D06-48CE-A7E9-4D6F63361D53}" type="datetimeFigureOut">
              <a:rPr lang="en-US" smtClean="0"/>
              <a:t>9/27/2026</a:t>
            </a:fld>
            <a:endParaRPr lang="en-US"/>
          </a:p>
        </p:txBody>
      </p:sp>
      <p:sp>
        <p:nvSpPr>
          <p:cNvPr id="8" name="Footer Placeholder 7">
            <a:extLst>
              <a:ext uri="{FF2B5EF4-FFF2-40B4-BE49-F238E27FC236}">
                <a16:creationId xmlns:a16="http://schemas.microsoft.com/office/drawing/2014/main" id="{4DFF0B22-30FC-D34E-8021-66690730A9C4}"/>
              </a:ext>
            </a:extLst>
          </p:cNvPr>
          <p:cNvSpPr>
            <a:spLocks noGrp="1"/>
          </p:cNvSpPr>
          <p:nvPr>
            <p:ph type="ftr" sz="quarter" idx="11"/>
          </p:nvPr>
        </p:nvSpPr>
        <p:spPr>
          <a:xfrm>
            <a:off x="2116899" y="6356350"/>
            <a:ext cx="8129391"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4A131702-9F8A-0B45-893F-4D931E3CEC67}"/>
              </a:ext>
            </a:extLst>
          </p:cNvPr>
          <p:cNvSpPr>
            <a:spLocks noGrp="1"/>
          </p:cNvSpPr>
          <p:nvPr>
            <p:ph type="sldNum" sz="quarter" idx="12"/>
          </p:nvPr>
        </p:nvSpPr>
        <p:spPr/>
        <p:txBody>
          <a:bodyPr/>
          <a:lstStyle/>
          <a:p>
            <a:fld id="{7869D779-44DA-4905-ACC1-545D634B4037}" type="slidenum">
              <a:rPr lang="en-US" smtClean="0"/>
              <a:t>‹#›</a:t>
            </a:fld>
            <a:endParaRPr lang="en-US"/>
          </a:p>
        </p:txBody>
      </p:sp>
    </p:spTree>
    <p:extLst>
      <p:ext uri="{BB962C8B-B14F-4D97-AF65-F5344CB8AC3E}">
        <p14:creationId xmlns:p14="http://schemas.microsoft.com/office/powerpoint/2010/main" val="20435744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55477-340D-A742-96B9-4134A01211B1}"/>
              </a:ext>
            </a:extLst>
          </p:cNvPr>
          <p:cNvSpPr>
            <a:spLocks noGrp="1"/>
          </p:cNvSpPr>
          <p:nvPr>
            <p:ph type="title"/>
          </p:nvPr>
        </p:nvSpPr>
        <p:spPr/>
        <p:txBody>
          <a:bodyPr/>
          <a:lstStyle/>
          <a:p>
            <a:r>
              <a:rPr lang="en-US" smtClean="0"/>
              <a:t>Click to edit Master title style</a:t>
            </a:r>
            <a:endParaRPr lang="en-GB"/>
          </a:p>
        </p:txBody>
      </p:sp>
      <p:sp>
        <p:nvSpPr>
          <p:cNvPr id="3" name="Date Placeholder 2">
            <a:extLst>
              <a:ext uri="{FF2B5EF4-FFF2-40B4-BE49-F238E27FC236}">
                <a16:creationId xmlns:a16="http://schemas.microsoft.com/office/drawing/2014/main" id="{5F5307EC-5C33-BF49-9FC9-70B65B5D2C94}"/>
              </a:ext>
            </a:extLst>
          </p:cNvPr>
          <p:cNvSpPr>
            <a:spLocks noGrp="1"/>
          </p:cNvSpPr>
          <p:nvPr>
            <p:ph type="dt" sz="half" idx="10"/>
          </p:nvPr>
        </p:nvSpPr>
        <p:spPr/>
        <p:txBody>
          <a:bodyPr/>
          <a:lstStyle/>
          <a:p>
            <a:fld id="{1DA1FB15-6D06-48CE-A7E9-4D6F63361D53}" type="datetimeFigureOut">
              <a:rPr lang="en-US" smtClean="0"/>
              <a:t>9/27/2026</a:t>
            </a:fld>
            <a:endParaRPr lang="en-US"/>
          </a:p>
        </p:txBody>
      </p:sp>
      <p:sp>
        <p:nvSpPr>
          <p:cNvPr id="4" name="Footer Placeholder 3">
            <a:extLst>
              <a:ext uri="{FF2B5EF4-FFF2-40B4-BE49-F238E27FC236}">
                <a16:creationId xmlns:a16="http://schemas.microsoft.com/office/drawing/2014/main" id="{B727CA99-FEAA-A041-B799-CA174260B457}"/>
              </a:ext>
            </a:extLst>
          </p:cNvPr>
          <p:cNvSpPr>
            <a:spLocks noGrp="1"/>
          </p:cNvSpPr>
          <p:nvPr>
            <p:ph type="ftr" sz="quarter" idx="11"/>
          </p:nvPr>
        </p:nvSpPr>
        <p:spPr>
          <a:xfrm>
            <a:off x="2116899" y="6356350"/>
            <a:ext cx="8129391"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CD2A3A13-8413-104A-B192-3C710C3D526E}"/>
              </a:ext>
            </a:extLst>
          </p:cNvPr>
          <p:cNvSpPr>
            <a:spLocks noGrp="1"/>
          </p:cNvSpPr>
          <p:nvPr>
            <p:ph type="sldNum" sz="quarter" idx="12"/>
          </p:nvPr>
        </p:nvSpPr>
        <p:spPr/>
        <p:txBody>
          <a:bodyPr/>
          <a:lstStyle/>
          <a:p>
            <a:fld id="{7869D779-44DA-4905-ACC1-545D634B4037}" type="slidenum">
              <a:rPr lang="en-US" smtClean="0"/>
              <a:t>‹#›</a:t>
            </a:fld>
            <a:endParaRPr lang="en-US"/>
          </a:p>
        </p:txBody>
      </p:sp>
    </p:spTree>
    <p:extLst>
      <p:ext uri="{BB962C8B-B14F-4D97-AF65-F5344CB8AC3E}">
        <p14:creationId xmlns:p14="http://schemas.microsoft.com/office/powerpoint/2010/main" val="13342077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C8D409A-65C8-B049-8D4D-AC56003314C8}"/>
              </a:ext>
            </a:extLst>
          </p:cNvPr>
          <p:cNvSpPr>
            <a:spLocks noGrp="1"/>
          </p:cNvSpPr>
          <p:nvPr>
            <p:ph type="dt" sz="half" idx="10"/>
          </p:nvPr>
        </p:nvSpPr>
        <p:spPr/>
        <p:txBody>
          <a:bodyPr/>
          <a:lstStyle/>
          <a:p>
            <a:fld id="{1DA1FB15-6D06-48CE-A7E9-4D6F63361D53}" type="datetimeFigureOut">
              <a:rPr lang="en-US" smtClean="0"/>
              <a:t>9/27/2026</a:t>
            </a:fld>
            <a:endParaRPr lang="en-US"/>
          </a:p>
        </p:txBody>
      </p:sp>
      <p:sp>
        <p:nvSpPr>
          <p:cNvPr id="3" name="Footer Placeholder 2">
            <a:extLst>
              <a:ext uri="{FF2B5EF4-FFF2-40B4-BE49-F238E27FC236}">
                <a16:creationId xmlns:a16="http://schemas.microsoft.com/office/drawing/2014/main" id="{BB34244D-50A5-9647-8590-0CED8A23C2EB}"/>
              </a:ext>
            </a:extLst>
          </p:cNvPr>
          <p:cNvSpPr>
            <a:spLocks noGrp="1"/>
          </p:cNvSpPr>
          <p:nvPr>
            <p:ph type="ftr" sz="quarter" idx="11"/>
          </p:nvPr>
        </p:nvSpPr>
        <p:spPr>
          <a:xfrm>
            <a:off x="2116899" y="6356350"/>
            <a:ext cx="8129391"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0CDE9667-1147-B84E-8294-D07B6B553AA7}"/>
              </a:ext>
            </a:extLst>
          </p:cNvPr>
          <p:cNvSpPr>
            <a:spLocks noGrp="1"/>
          </p:cNvSpPr>
          <p:nvPr>
            <p:ph type="sldNum" sz="quarter" idx="12"/>
          </p:nvPr>
        </p:nvSpPr>
        <p:spPr/>
        <p:txBody>
          <a:bodyPr/>
          <a:lstStyle/>
          <a:p>
            <a:fld id="{7869D779-44DA-4905-ACC1-545D634B4037}" type="slidenum">
              <a:rPr lang="en-US" smtClean="0"/>
              <a:t>‹#›</a:t>
            </a:fld>
            <a:endParaRPr lang="en-US"/>
          </a:p>
        </p:txBody>
      </p:sp>
    </p:spTree>
    <p:extLst>
      <p:ext uri="{BB962C8B-B14F-4D97-AF65-F5344CB8AC3E}">
        <p14:creationId xmlns:p14="http://schemas.microsoft.com/office/powerpoint/2010/main" val="21517800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560C9-49F1-B143-98BF-F65F0E86C5CC}"/>
              </a:ext>
            </a:extLst>
          </p:cNvPr>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Content Placeholder 2">
            <a:extLst>
              <a:ext uri="{FF2B5EF4-FFF2-40B4-BE49-F238E27FC236}">
                <a16:creationId xmlns:a16="http://schemas.microsoft.com/office/drawing/2014/main" id="{ED97968B-396A-7746-B032-F5FF2D1A146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a:extLst>
              <a:ext uri="{FF2B5EF4-FFF2-40B4-BE49-F238E27FC236}">
                <a16:creationId xmlns:a16="http://schemas.microsoft.com/office/drawing/2014/main" id="{9D0A9890-41E9-B247-BD85-CB0556F349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a:extLst>
              <a:ext uri="{FF2B5EF4-FFF2-40B4-BE49-F238E27FC236}">
                <a16:creationId xmlns:a16="http://schemas.microsoft.com/office/drawing/2014/main" id="{9C7D34F8-43C5-D24A-B2B8-3C39C5D825BF}"/>
              </a:ext>
            </a:extLst>
          </p:cNvPr>
          <p:cNvSpPr>
            <a:spLocks noGrp="1"/>
          </p:cNvSpPr>
          <p:nvPr>
            <p:ph type="dt" sz="half" idx="10"/>
          </p:nvPr>
        </p:nvSpPr>
        <p:spPr/>
        <p:txBody>
          <a:bodyPr/>
          <a:lstStyle/>
          <a:p>
            <a:fld id="{1DA1FB15-6D06-48CE-A7E9-4D6F63361D53}" type="datetimeFigureOut">
              <a:rPr lang="en-US" smtClean="0"/>
              <a:t>9/27/2026</a:t>
            </a:fld>
            <a:endParaRPr lang="en-US"/>
          </a:p>
        </p:txBody>
      </p:sp>
      <p:sp>
        <p:nvSpPr>
          <p:cNvPr id="6" name="Footer Placeholder 5">
            <a:extLst>
              <a:ext uri="{FF2B5EF4-FFF2-40B4-BE49-F238E27FC236}">
                <a16:creationId xmlns:a16="http://schemas.microsoft.com/office/drawing/2014/main" id="{D3FA2E86-D2D2-6C40-A7B2-00ECC21F6BB2}"/>
              </a:ext>
            </a:extLst>
          </p:cNvPr>
          <p:cNvSpPr>
            <a:spLocks noGrp="1"/>
          </p:cNvSpPr>
          <p:nvPr>
            <p:ph type="ftr" sz="quarter" idx="11"/>
          </p:nvPr>
        </p:nvSpPr>
        <p:spPr>
          <a:xfrm>
            <a:off x="2116899" y="6356350"/>
            <a:ext cx="8129391"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A6392A3B-17A2-CC47-B3CE-70F6DE5BAC9A}"/>
              </a:ext>
            </a:extLst>
          </p:cNvPr>
          <p:cNvSpPr>
            <a:spLocks noGrp="1"/>
          </p:cNvSpPr>
          <p:nvPr>
            <p:ph type="sldNum" sz="quarter" idx="12"/>
          </p:nvPr>
        </p:nvSpPr>
        <p:spPr/>
        <p:txBody>
          <a:bodyPr/>
          <a:lstStyle/>
          <a:p>
            <a:fld id="{7869D779-44DA-4905-ACC1-545D634B4037}" type="slidenum">
              <a:rPr lang="en-US" smtClean="0"/>
              <a:t>‹#›</a:t>
            </a:fld>
            <a:endParaRPr lang="en-US"/>
          </a:p>
        </p:txBody>
      </p:sp>
    </p:spTree>
    <p:extLst>
      <p:ext uri="{BB962C8B-B14F-4D97-AF65-F5344CB8AC3E}">
        <p14:creationId xmlns:p14="http://schemas.microsoft.com/office/powerpoint/2010/main" val="37958376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C15CF-2B84-154B-A05B-4ED15C88566E}"/>
              </a:ext>
            </a:extLst>
          </p:cNvPr>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Picture Placeholder 2">
            <a:extLst>
              <a:ext uri="{FF2B5EF4-FFF2-40B4-BE49-F238E27FC236}">
                <a16:creationId xmlns:a16="http://schemas.microsoft.com/office/drawing/2014/main" id="{CA3297B1-8700-5A41-B4ED-617200FAAC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GB"/>
          </a:p>
        </p:txBody>
      </p:sp>
      <p:sp>
        <p:nvSpPr>
          <p:cNvPr id="4" name="Text Placeholder 3">
            <a:extLst>
              <a:ext uri="{FF2B5EF4-FFF2-40B4-BE49-F238E27FC236}">
                <a16:creationId xmlns:a16="http://schemas.microsoft.com/office/drawing/2014/main" id="{4F754946-1836-5B4E-A53B-0D65AF5487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a:extLst>
              <a:ext uri="{FF2B5EF4-FFF2-40B4-BE49-F238E27FC236}">
                <a16:creationId xmlns:a16="http://schemas.microsoft.com/office/drawing/2014/main" id="{DFCB1631-07AA-AF4B-9C84-79660072A0E8}"/>
              </a:ext>
            </a:extLst>
          </p:cNvPr>
          <p:cNvSpPr>
            <a:spLocks noGrp="1"/>
          </p:cNvSpPr>
          <p:nvPr>
            <p:ph type="dt" sz="half" idx="10"/>
          </p:nvPr>
        </p:nvSpPr>
        <p:spPr/>
        <p:txBody>
          <a:bodyPr/>
          <a:lstStyle/>
          <a:p>
            <a:fld id="{1DA1FB15-6D06-48CE-A7E9-4D6F63361D53}" type="datetimeFigureOut">
              <a:rPr lang="en-US" smtClean="0"/>
              <a:t>9/27/2026</a:t>
            </a:fld>
            <a:endParaRPr lang="en-US"/>
          </a:p>
        </p:txBody>
      </p:sp>
      <p:sp>
        <p:nvSpPr>
          <p:cNvPr id="6" name="Footer Placeholder 5">
            <a:extLst>
              <a:ext uri="{FF2B5EF4-FFF2-40B4-BE49-F238E27FC236}">
                <a16:creationId xmlns:a16="http://schemas.microsoft.com/office/drawing/2014/main" id="{CCEFD121-C434-574B-A5A6-1D7F4E8EF737}"/>
              </a:ext>
            </a:extLst>
          </p:cNvPr>
          <p:cNvSpPr>
            <a:spLocks noGrp="1"/>
          </p:cNvSpPr>
          <p:nvPr>
            <p:ph type="ftr" sz="quarter" idx="11"/>
          </p:nvPr>
        </p:nvSpPr>
        <p:spPr>
          <a:xfrm>
            <a:off x="2116899" y="6356350"/>
            <a:ext cx="8129391"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F2B6B891-6D6F-454D-B57D-6799F13780AC}"/>
              </a:ext>
            </a:extLst>
          </p:cNvPr>
          <p:cNvSpPr>
            <a:spLocks noGrp="1"/>
          </p:cNvSpPr>
          <p:nvPr>
            <p:ph type="sldNum" sz="quarter" idx="12"/>
          </p:nvPr>
        </p:nvSpPr>
        <p:spPr/>
        <p:txBody>
          <a:bodyPr/>
          <a:lstStyle/>
          <a:p>
            <a:fld id="{7869D779-44DA-4905-ACC1-545D634B4037}" type="slidenum">
              <a:rPr lang="en-US" smtClean="0"/>
              <a:t>‹#›</a:t>
            </a:fld>
            <a:endParaRPr lang="en-US"/>
          </a:p>
        </p:txBody>
      </p:sp>
    </p:spTree>
    <p:extLst>
      <p:ext uri="{BB962C8B-B14F-4D97-AF65-F5344CB8AC3E}">
        <p14:creationId xmlns:p14="http://schemas.microsoft.com/office/powerpoint/2010/main" val="25112792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49A33-F947-254C-B2F1-FC1EEBA70345}"/>
              </a:ext>
            </a:extLst>
          </p:cNvPr>
          <p:cNvSpPr>
            <a:spLocks noGrp="1"/>
          </p:cNvSpPr>
          <p:nvPr>
            <p:ph type="title"/>
          </p:nvPr>
        </p:nvSpPr>
        <p:spPr/>
        <p:txBody>
          <a:bodyPr/>
          <a:lstStyle/>
          <a:p>
            <a:r>
              <a:rPr lang="en-US" smtClean="0"/>
              <a:t>Click to edit Master title style</a:t>
            </a:r>
            <a:endParaRPr lang="en-GB"/>
          </a:p>
        </p:txBody>
      </p:sp>
      <p:sp>
        <p:nvSpPr>
          <p:cNvPr id="3" name="Vertical Text Placeholder 2">
            <a:extLst>
              <a:ext uri="{FF2B5EF4-FFF2-40B4-BE49-F238E27FC236}">
                <a16:creationId xmlns:a16="http://schemas.microsoft.com/office/drawing/2014/main" id="{70A7B2E9-B32D-7849-8EA6-191CD2CB977F}"/>
              </a:ext>
            </a:extLst>
          </p:cNvPr>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a:extLst>
              <a:ext uri="{FF2B5EF4-FFF2-40B4-BE49-F238E27FC236}">
                <a16:creationId xmlns:a16="http://schemas.microsoft.com/office/drawing/2014/main" id="{8AC6D214-C945-D74F-A6BC-88A7A9940AF0}"/>
              </a:ext>
            </a:extLst>
          </p:cNvPr>
          <p:cNvSpPr>
            <a:spLocks noGrp="1"/>
          </p:cNvSpPr>
          <p:nvPr>
            <p:ph type="dt" sz="half" idx="10"/>
          </p:nvPr>
        </p:nvSpPr>
        <p:spPr/>
        <p:txBody>
          <a:bodyPr/>
          <a:lstStyle/>
          <a:p>
            <a:fld id="{1DA1FB15-6D06-48CE-A7E9-4D6F63361D53}" type="datetimeFigureOut">
              <a:rPr lang="en-US" smtClean="0"/>
              <a:t>9/27/2026</a:t>
            </a:fld>
            <a:endParaRPr lang="en-US"/>
          </a:p>
        </p:txBody>
      </p:sp>
      <p:sp>
        <p:nvSpPr>
          <p:cNvPr id="5" name="Footer Placeholder 4">
            <a:extLst>
              <a:ext uri="{FF2B5EF4-FFF2-40B4-BE49-F238E27FC236}">
                <a16:creationId xmlns:a16="http://schemas.microsoft.com/office/drawing/2014/main" id="{F2B5F130-A527-DA46-8CFF-AB905CDCB0AB}"/>
              </a:ext>
            </a:extLst>
          </p:cNvPr>
          <p:cNvSpPr>
            <a:spLocks noGrp="1"/>
          </p:cNvSpPr>
          <p:nvPr>
            <p:ph type="ftr" sz="quarter" idx="11"/>
          </p:nvPr>
        </p:nvSpPr>
        <p:spPr>
          <a:xfrm>
            <a:off x="2116899" y="6356350"/>
            <a:ext cx="8129391"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744669C9-BB26-C147-9EB3-6A1CF0CF6F31}"/>
              </a:ext>
            </a:extLst>
          </p:cNvPr>
          <p:cNvSpPr>
            <a:spLocks noGrp="1"/>
          </p:cNvSpPr>
          <p:nvPr>
            <p:ph type="sldNum" sz="quarter" idx="12"/>
          </p:nvPr>
        </p:nvSpPr>
        <p:spPr/>
        <p:txBody>
          <a:bodyPr/>
          <a:lstStyle/>
          <a:p>
            <a:fld id="{7869D779-44DA-4905-ACC1-545D634B4037}" type="slidenum">
              <a:rPr lang="en-US" smtClean="0"/>
              <a:t>‹#›</a:t>
            </a:fld>
            <a:endParaRPr lang="en-US"/>
          </a:p>
        </p:txBody>
      </p:sp>
    </p:spTree>
    <p:extLst>
      <p:ext uri="{BB962C8B-B14F-4D97-AF65-F5344CB8AC3E}">
        <p14:creationId xmlns:p14="http://schemas.microsoft.com/office/powerpoint/2010/main" val="13866081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1C8499E-4FC6-9541-BDE2-B57DE72F8472}"/>
              </a:ext>
            </a:extLst>
          </p:cNvPr>
          <p:cNvSpPr>
            <a:spLocks noGrp="1"/>
          </p:cNvSpPr>
          <p:nvPr>
            <p:ph type="title" orient="vert"/>
          </p:nvPr>
        </p:nvSpPr>
        <p:spPr>
          <a:xfrm>
            <a:off x="8724900" y="365125"/>
            <a:ext cx="2628900" cy="5811838"/>
          </a:xfrm>
        </p:spPr>
        <p:txBody>
          <a:bodyPr vert="eaVert"/>
          <a:lstStyle/>
          <a:p>
            <a:r>
              <a:rPr lang="en-US" smtClean="0"/>
              <a:t>Click to edit Master title style</a:t>
            </a:r>
            <a:endParaRPr lang="en-GB"/>
          </a:p>
        </p:txBody>
      </p:sp>
      <p:sp>
        <p:nvSpPr>
          <p:cNvPr id="3" name="Vertical Text Placeholder 2">
            <a:extLst>
              <a:ext uri="{FF2B5EF4-FFF2-40B4-BE49-F238E27FC236}">
                <a16:creationId xmlns:a16="http://schemas.microsoft.com/office/drawing/2014/main" id="{BDDB72DD-1B01-4645-8504-9D2CF3F76438}"/>
              </a:ext>
            </a:extLst>
          </p:cNvPr>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a:extLst>
              <a:ext uri="{FF2B5EF4-FFF2-40B4-BE49-F238E27FC236}">
                <a16:creationId xmlns:a16="http://schemas.microsoft.com/office/drawing/2014/main" id="{744A9CF8-4FE6-6846-8F14-E50ED82B6E06}"/>
              </a:ext>
            </a:extLst>
          </p:cNvPr>
          <p:cNvSpPr>
            <a:spLocks noGrp="1"/>
          </p:cNvSpPr>
          <p:nvPr>
            <p:ph type="dt" sz="half" idx="10"/>
          </p:nvPr>
        </p:nvSpPr>
        <p:spPr/>
        <p:txBody>
          <a:bodyPr/>
          <a:lstStyle/>
          <a:p>
            <a:fld id="{1DA1FB15-6D06-48CE-A7E9-4D6F63361D53}" type="datetimeFigureOut">
              <a:rPr lang="en-US" smtClean="0"/>
              <a:t>9/27/2026</a:t>
            </a:fld>
            <a:endParaRPr lang="en-US"/>
          </a:p>
        </p:txBody>
      </p:sp>
      <p:sp>
        <p:nvSpPr>
          <p:cNvPr id="5" name="Footer Placeholder 4">
            <a:extLst>
              <a:ext uri="{FF2B5EF4-FFF2-40B4-BE49-F238E27FC236}">
                <a16:creationId xmlns:a16="http://schemas.microsoft.com/office/drawing/2014/main" id="{61396104-C547-9E44-93D3-74A7CE7F82E0}"/>
              </a:ext>
            </a:extLst>
          </p:cNvPr>
          <p:cNvSpPr>
            <a:spLocks noGrp="1"/>
          </p:cNvSpPr>
          <p:nvPr>
            <p:ph type="ftr" sz="quarter" idx="11"/>
          </p:nvPr>
        </p:nvSpPr>
        <p:spPr>
          <a:xfrm>
            <a:off x="2116899" y="6356350"/>
            <a:ext cx="8129391"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B761153-2906-5C43-AC83-1A71AF6AF275}"/>
              </a:ext>
            </a:extLst>
          </p:cNvPr>
          <p:cNvSpPr>
            <a:spLocks noGrp="1"/>
          </p:cNvSpPr>
          <p:nvPr>
            <p:ph type="sldNum" sz="quarter" idx="12"/>
          </p:nvPr>
        </p:nvSpPr>
        <p:spPr/>
        <p:txBody>
          <a:bodyPr/>
          <a:lstStyle/>
          <a:p>
            <a:fld id="{7869D779-44DA-4905-ACC1-545D634B4037}" type="slidenum">
              <a:rPr lang="en-US" smtClean="0"/>
              <a:t>‹#›</a:t>
            </a:fld>
            <a:endParaRPr lang="en-US"/>
          </a:p>
        </p:txBody>
      </p:sp>
    </p:spTree>
    <p:extLst>
      <p:ext uri="{BB962C8B-B14F-4D97-AF65-F5344CB8AC3E}">
        <p14:creationId xmlns:p14="http://schemas.microsoft.com/office/powerpoint/2010/main" val="2231366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Last Slid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281D354-4C58-8E45-A997-CCFC285179F2}"/>
              </a:ext>
            </a:extLst>
          </p:cNvPr>
          <p:cNvSpPr>
            <a:spLocks noGrp="1"/>
          </p:cNvSpPr>
          <p:nvPr>
            <p:ph type="sldNum" sz="quarter" idx="10"/>
          </p:nvPr>
        </p:nvSpPr>
        <p:spPr/>
        <p:txBody>
          <a:bodyPr/>
          <a:lstStyle/>
          <a:p>
            <a:fld id="{7869D779-44DA-4905-ACC1-545D634B4037}" type="slidenum">
              <a:rPr lang="en-US" smtClean="0"/>
              <a:t>‹#›</a:t>
            </a:fld>
            <a:endParaRPr lang="en-US"/>
          </a:p>
        </p:txBody>
      </p:sp>
      <p:sp>
        <p:nvSpPr>
          <p:cNvPr id="4" name="Date Placeholder 3">
            <a:extLst>
              <a:ext uri="{FF2B5EF4-FFF2-40B4-BE49-F238E27FC236}">
                <a16:creationId xmlns:a16="http://schemas.microsoft.com/office/drawing/2014/main" id="{8331BB49-7DD1-3D44-BE19-729C46AB2CC1}"/>
              </a:ext>
            </a:extLst>
          </p:cNvPr>
          <p:cNvSpPr>
            <a:spLocks noGrp="1"/>
          </p:cNvSpPr>
          <p:nvPr>
            <p:ph type="dt" sz="half" idx="11"/>
          </p:nvPr>
        </p:nvSpPr>
        <p:spPr/>
        <p:txBody>
          <a:bodyPr/>
          <a:lstStyle/>
          <a:p>
            <a:fld id="{1DA1FB15-6D06-48CE-A7E9-4D6F63361D53}" type="datetimeFigureOut">
              <a:rPr lang="en-US" smtClean="0"/>
              <a:t>9/27/2026</a:t>
            </a:fld>
            <a:endParaRPr lang="en-US"/>
          </a:p>
        </p:txBody>
      </p:sp>
      <p:sp>
        <p:nvSpPr>
          <p:cNvPr id="5" name="Footer Placeholder 4">
            <a:extLst>
              <a:ext uri="{FF2B5EF4-FFF2-40B4-BE49-F238E27FC236}">
                <a16:creationId xmlns:a16="http://schemas.microsoft.com/office/drawing/2014/main" id="{4C1CC3E4-12C8-2A4F-88E1-B8DC3854ABFD}"/>
              </a:ext>
            </a:extLst>
          </p:cNvPr>
          <p:cNvSpPr>
            <a:spLocks noGrp="1"/>
          </p:cNvSpPr>
          <p:nvPr>
            <p:ph type="ftr" sz="quarter" idx="12"/>
          </p:nvPr>
        </p:nvSpPr>
        <p:spPr/>
        <p:txBody>
          <a:bodyPr/>
          <a:lstStyle/>
          <a:p>
            <a:endParaRPr lang="en-US"/>
          </a:p>
        </p:txBody>
      </p:sp>
      <p:grpSp>
        <p:nvGrpSpPr>
          <p:cNvPr id="20" name="Group 19">
            <a:extLst>
              <a:ext uri="{FF2B5EF4-FFF2-40B4-BE49-F238E27FC236}">
                <a16:creationId xmlns:a16="http://schemas.microsoft.com/office/drawing/2014/main" id="{D9F62491-F3DB-384B-9F65-EA637FB8DC9F}"/>
              </a:ext>
            </a:extLst>
          </p:cNvPr>
          <p:cNvGrpSpPr/>
          <p:nvPr/>
        </p:nvGrpSpPr>
        <p:grpSpPr>
          <a:xfrm>
            <a:off x="2836065" y="3885190"/>
            <a:ext cx="6359384" cy="2140032"/>
            <a:chOff x="3054867" y="3815867"/>
            <a:chExt cx="6359384" cy="2140032"/>
          </a:xfrm>
        </p:grpSpPr>
        <p:grpSp>
          <p:nvGrpSpPr>
            <p:cNvPr id="6" name="Group 5">
              <a:extLst>
                <a:ext uri="{FF2B5EF4-FFF2-40B4-BE49-F238E27FC236}">
                  <a16:creationId xmlns:a16="http://schemas.microsoft.com/office/drawing/2014/main" id="{AB488D83-1A18-A742-8FDC-04F2597CDBB4}"/>
                </a:ext>
              </a:extLst>
            </p:cNvPr>
            <p:cNvGrpSpPr/>
            <p:nvPr userDrawn="1"/>
          </p:nvGrpSpPr>
          <p:grpSpPr>
            <a:xfrm>
              <a:off x="4699683" y="3815867"/>
              <a:ext cx="4714568" cy="2140032"/>
              <a:chOff x="4173580" y="3135225"/>
              <a:chExt cx="5623246" cy="2568070"/>
            </a:xfrm>
          </p:grpSpPr>
          <p:pic>
            <p:nvPicPr>
              <p:cNvPr id="7" name="Picture 4" descr="facebook instagram whatsapp PNG image with transparent background | TOPpng">
                <a:extLst>
                  <a:ext uri="{FF2B5EF4-FFF2-40B4-BE49-F238E27FC236}">
                    <a16:creationId xmlns:a16="http://schemas.microsoft.com/office/drawing/2014/main" id="{21573789-53BB-7148-AEF8-DD9D395D258B}"/>
                  </a:ext>
                </a:extLst>
              </p:cNvPr>
              <p:cNvPicPr>
                <a:picLocks noChangeAspect="1" noChangeArrowheads="1"/>
              </p:cNvPicPr>
              <p:nvPr/>
            </p:nvPicPr>
            <p:blipFill rotWithShape="1">
              <a:blip r:embed="rId2" cstate="print">
                <a:extLst>
                  <a:ext uri="{BEBA8EAE-BF5A-486C-A8C5-ECC9F3942E4B}">
                    <a14:imgProps xmlns:a14="http://schemas.microsoft.com/office/drawing/2010/main">
                      <a14:imgLayer r:embed="rId3">
                        <a14:imgEffect>
                          <a14:backgroundRemoval t="0" b="69732" l="0" r="98929">
                            <a14:foregroundMark x1="9524" y1="3376" x2="23929" y2="25378"/>
                            <a14:foregroundMark x1="15833" y1="5122" x2="19643" y2="5122"/>
                            <a14:foregroundMark x1="22381" y1="8149" x2="24762" y2="21187"/>
                            <a14:foregroundMark x1="10119" y1="11409" x2="14643" y2="23632"/>
                            <a14:foregroundMark x1="7738" y1="14435" x2="11071" y2="24796"/>
                            <a14:foregroundMark x1="75000" y1="9662" x2="75833" y2="23865"/>
                            <a14:foregroundMark x1="76548" y1="7800" x2="89643" y2="8964"/>
                            <a14:foregroundMark x1="82976" y1="2328" x2="91786" y2="20722"/>
                            <a14:foregroundMark x1="78452" y1="21769" x2="87024" y2="20605"/>
                            <a14:foregroundMark x1="83333" y1="14668" x2="83333" y2="14668"/>
                            <a14:foregroundMark x1="90357" y1="9895" x2="91190" y2="17695"/>
                            <a14:foregroundMark x1="17500" y1="9546" x2="17738" y2="17346"/>
                            <a14:foregroundMark x1="23929" y1="3609" x2="23333" y2="10128"/>
                          </a14:backgroundRemoval>
                        </a14:imgEffect>
                      </a14:imgLayer>
                    </a14:imgProps>
                  </a:ext>
                  <a:ext uri="{28A0092B-C50C-407E-A947-70E740481C1C}">
                    <a14:useLocalDpi xmlns:a14="http://schemas.microsoft.com/office/drawing/2010/main" val="0"/>
                  </a:ext>
                </a:extLst>
              </a:blip>
              <a:srcRect r="66494" b="67238"/>
              <a:stretch/>
            </p:blipFill>
            <p:spPr bwMode="auto">
              <a:xfrm>
                <a:off x="4238019" y="4511394"/>
                <a:ext cx="413410" cy="42991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facebook instagram whatsapp PNG image with transparent background | TOPpng">
                <a:extLst>
                  <a:ext uri="{FF2B5EF4-FFF2-40B4-BE49-F238E27FC236}">
                    <a16:creationId xmlns:a16="http://schemas.microsoft.com/office/drawing/2014/main" id="{CF5CCAE3-1FEE-8B4F-916E-AC6C6A6E4DAA}"/>
                  </a:ext>
                </a:extLst>
              </p:cNvPr>
              <p:cNvPicPr>
                <a:picLocks noChangeAspect="1" noChangeArrowheads="1"/>
              </p:cNvPicPr>
              <p:nvPr/>
            </p:nvPicPr>
            <p:blipFill rotWithShape="1">
              <a:blip r:embed="rId4" cstate="print">
                <a:extLst>
                  <a:ext uri="{BEBA8EAE-BF5A-486C-A8C5-ECC9F3942E4B}">
                    <a14:imgProps xmlns:a14="http://schemas.microsoft.com/office/drawing/2010/main">
                      <a14:imgLayer r:embed="rId5">
                        <a14:imgEffect>
                          <a14:backgroundRemoval t="0" b="89872" l="1548" r="97619">
                            <a14:foregroundMark x1="76310" y1="9197" x2="75595" y2="18859"/>
                            <a14:foregroundMark x1="80833" y1="7101" x2="90595" y2="8731"/>
                            <a14:foregroundMark x1="90595" y1="12806" x2="89048" y2="22468"/>
                            <a14:foregroundMark x1="77738" y1="22119" x2="86667" y2="21769"/>
                            <a14:foregroundMark x1="12262" y1="42491" x2="11071" y2="58091"/>
                            <a14:foregroundMark x1="82976" y1="11991" x2="80119" y2="17346"/>
                            <a14:foregroundMark x1="73690" y1="5471" x2="70952" y2="18626"/>
                          </a14:backgroundRemoval>
                        </a14:imgEffect>
                      </a14:imgLayer>
                    </a14:imgProps>
                  </a:ext>
                  <a:ext uri="{28A0092B-C50C-407E-A947-70E740481C1C}">
                    <a14:useLocalDpi xmlns:a14="http://schemas.microsoft.com/office/drawing/2010/main" val="0"/>
                  </a:ext>
                </a:extLst>
              </a:blip>
              <a:srcRect l="67402" b="69905"/>
              <a:stretch/>
            </p:blipFill>
            <p:spPr bwMode="auto">
              <a:xfrm>
                <a:off x="4296096" y="4883265"/>
                <a:ext cx="413865" cy="40638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Round black telephone logo, Telephone Icon, Phone File, electronics, logo,  black And White png | PNGWing">
                <a:extLst>
                  <a:ext uri="{FF2B5EF4-FFF2-40B4-BE49-F238E27FC236}">
                    <a16:creationId xmlns:a16="http://schemas.microsoft.com/office/drawing/2014/main" id="{2DE5DDE9-1F30-6F4B-BA82-27F5D325AE31}"/>
                  </a:ext>
                </a:extLst>
              </p:cNvPr>
              <p:cNvPicPr>
                <a:picLocks noChangeAspect="1" noChangeArrowheads="1"/>
              </p:cNvPicPr>
              <p:nvPr/>
            </p:nvPicPr>
            <p:blipFill>
              <a:blip r:embed="rId6" cstate="print">
                <a:extLst>
                  <a:ext uri="{BEBA8EAE-BF5A-486C-A8C5-ECC9F3942E4B}">
                    <a14:imgProps xmlns:a14="http://schemas.microsoft.com/office/drawing/2010/main">
                      <a14:imgLayer r:embed="rId7">
                        <a14:imgEffect>
                          <a14:backgroundRemoval t="0" b="97935" l="1522" r="100000">
                            <a14:foregroundMark x1="32717" y1="37283" x2="32717" y2="37283"/>
                            <a14:foregroundMark x1="36957" y1="24565" x2="36957" y2="24565"/>
                            <a14:foregroundMark x1="46304" y1="30435" x2="46304" y2="30435"/>
                            <a14:foregroundMark x1="55435" y1="30326" x2="55435" y2="30326"/>
                            <a14:foregroundMark x1="65870" y1="27826" x2="65870" y2="27826"/>
                            <a14:foregroundMark x1="73152" y1="43478" x2="73152" y2="43478"/>
                            <a14:foregroundMark x1="57500" y1="44783" x2="57500" y2="44783"/>
                            <a14:foregroundMark x1="42826" y1="45000" x2="42826" y2="45000"/>
                            <a14:foregroundMark x1="29348" y1="56413" x2="29348" y2="56413"/>
                            <a14:foregroundMark x1="37283" y1="73913" x2="37283" y2="73913"/>
                            <a14:foregroundMark x1="46630" y1="70870" x2="46630" y2="70870"/>
                            <a14:foregroundMark x1="46087" y1="56413" x2="46087" y2="56413"/>
                            <a14:foregroundMark x1="54022" y1="57500" x2="54022" y2="57500"/>
                            <a14:foregroundMark x1="53696" y1="74457" x2="53696" y2="74457"/>
                            <a14:foregroundMark x1="71630" y1="60761" x2="71630" y2="60761"/>
                            <a14:foregroundMark x1="62283" y1="73696" x2="62283" y2="73696"/>
                          </a14:backgroundRemoval>
                        </a14:imgEffect>
                      </a14:imgLayer>
                    </a14:imgProps>
                  </a:ext>
                  <a:ext uri="{28A0092B-C50C-407E-A947-70E740481C1C}">
                    <a14:useLocalDpi xmlns:a14="http://schemas.microsoft.com/office/drawing/2010/main" val="0"/>
                  </a:ext>
                </a:extLst>
              </a:blip>
              <a:srcRect/>
              <a:stretch>
                <a:fillRect/>
              </a:stretch>
            </p:blipFill>
            <p:spPr bwMode="auto">
              <a:xfrm>
                <a:off x="4275797" y="5317157"/>
                <a:ext cx="371315" cy="386138"/>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F30AE2E6-FFA5-B74D-ABFF-5094651B1BA9}"/>
                  </a:ext>
                </a:extLst>
              </p:cNvPr>
              <p:cNvSpPr txBox="1"/>
              <p:nvPr/>
            </p:nvSpPr>
            <p:spPr>
              <a:xfrm>
                <a:off x="4629313" y="4929543"/>
                <a:ext cx="2964236" cy="360103"/>
              </a:xfrm>
              <a:prstGeom prst="rect">
                <a:avLst/>
              </a:prstGeom>
              <a:noFill/>
            </p:spPr>
            <p:txBody>
              <a:bodyPr wrap="square">
                <a:spAutoFit/>
              </a:bodyPr>
              <a:lstStyle/>
              <a:p>
                <a:pPr defTabSz="685800"/>
                <a:r>
                  <a:rPr lang="en-US" sz="1350" dirty="0">
                    <a:solidFill>
                      <a:prstClr val="black"/>
                    </a:solidFill>
                    <a:latin typeface="+mn-lt"/>
                  </a:rPr>
                  <a:t>@</a:t>
                </a:r>
                <a:r>
                  <a:rPr lang="en-US" sz="1350" dirty="0" err="1">
                    <a:solidFill>
                      <a:prstClr val="black"/>
                    </a:solidFill>
                    <a:latin typeface="+mn-lt"/>
                  </a:rPr>
                  <a:t>ugandachristianuniversity</a:t>
                </a:r>
                <a:endParaRPr lang="en-UG" sz="1350" dirty="0">
                  <a:solidFill>
                    <a:prstClr val="black"/>
                  </a:solidFill>
                  <a:latin typeface="+mn-lt"/>
                </a:endParaRPr>
              </a:p>
            </p:txBody>
          </p:sp>
          <p:sp>
            <p:nvSpPr>
              <p:cNvPr id="11" name="TextBox 10">
                <a:extLst>
                  <a:ext uri="{FF2B5EF4-FFF2-40B4-BE49-F238E27FC236}">
                    <a16:creationId xmlns:a16="http://schemas.microsoft.com/office/drawing/2014/main" id="{1A61D6FE-81D1-DE4A-B1A1-CD63DB9652BA}"/>
                  </a:ext>
                </a:extLst>
              </p:cNvPr>
              <p:cNvSpPr txBox="1"/>
              <p:nvPr/>
            </p:nvSpPr>
            <p:spPr>
              <a:xfrm>
                <a:off x="4570065" y="5343192"/>
                <a:ext cx="2851459" cy="360103"/>
              </a:xfrm>
              <a:prstGeom prst="rect">
                <a:avLst/>
              </a:prstGeom>
              <a:noFill/>
            </p:spPr>
            <p:txBody>
              <a:bodyPr wrap="square">
                <a:spAutoFit/>
              </a:bodyPr>
              <a:lstStyle/>
              <a:p>
                <a:pPr defTabSz="685800"/>
                <a:r>
                  <a:rPr lang="en-GB" sz="1350" dirty="0">
                    <a:solidFill>
                      <a:srgbClr val="0000FF"/>
                    </a:solidFill>
                    <a:latin typeface="+mn-lt"/>
                    <a:hlinkClick r:id="rId8">
                      <a:extLst>
                        <a:ext uri="{A12FA001-AC4F-418D-AE19-62706E023703}">
                          <ahyp:hlinkClr xmlns:ahyp="http://schemas.microsoft.com/office/drawing/2018/hyperlinkcolor" xmlns="" val="tx"/>
                        </a:ext>
                      </a:extLst>
                    </a:hlinkClick>
                  </a:rPr>
                  <a:t>https://ucu.ac.ug/</a:t>
                </a:r>
                <a:r>
                  <a:rPr lang="en-GB" sz="1350" dirty="0">
                    <a:solidFill>
                      <a:srgbClr val="0000FF"/>
                    </a:solidFill>
                    <a:latin typeface="+mn-lt"/>
                  </a:rPr>
                  <a:t> </a:t>
                </a:r>
                <a:endParaRPr lang="en-UG" sz="1350" dirty="0">
                  <a:solidFill>
                    <a:srgbClr val="0000FF"/>
                  </a:solidFill>
                  <a:latin typeface="+mn-lt"/>
                </a:endParaRPr>
              </a:p>
            </p:txBody>
          </p:sp>
          <p:sp>
            <p:nvSpPr>
              <p:cNvPr id="12" name="TextBox 11">
                <a:extLst>
                  <a:ext uri="{FF2B5EF4-FFF2-40B4-BE49-F238E27FC236}">
                    <a16:creationId xmlns:a16="http://schemas.microsoft.com/office/drawing/2014/main" id="{F93C9E7D-4A01-5E47-9DC7-A4D726A3C66F}"/>
                  </a:ext>
                </a:extLst>
              </p:cNvPr>
              <p:cNvSpPr txBox="1"/>
              <p:nvPr/>
            </p:nvSpPr>
            <p:spPr>
              <a:xfrm>
                <a:off x="8015811" y="4532448"/>
                <a:ext cx="1781015" cy="369337"/>
              </a:xfrm>
              <a:prstGeom prst="rect">
                <a:avLst/>
              </a:prstGeom>
              <a:noFill/>
            </p:spPr>
            <p:txBody>
              <a:bodyPr wrap="square">
                <a:spAutoFit/>
              </a:bodyPr>
              <a:lstStyle/>
              <a:p>
                <a:pPr defTabSz="685800"/>
                <a:r>
                  <a:rPr lang="en-GB" sz="1350" dirty="0">
                    <a:solidFill>
                      <a:prstClr val="black">
                        <a:lumMod val="95000"/>
                        <a:lumOff val="5000"/>
                      </a:prstClr>
                    </a:solidFill>
                    <a:latin typeface="+mn-lt"/>
                  </a:rPr>
                  <a:t>@</a:t>
                </a:r>
                <a:r>
                  <a:rPr lang="en-GB" sz="1350" dirty="0" err="1">
                    <a:solidFill>
                      <a:prstClr val="black">
                        <a:lumMod val="95000"/>
                        <a:lumOff val="5000"/>
                      </a:prstClr>
                    </a:solidFill>
                    <a:latin typeface="+mn-lt"/>
                  </a:rPr>
                  <a:t>UCUniversity</a:t>
                </a:r>
                <a:endParaRPr lang="en-UG" sz="1350" dirty="0">
                  <a:solidFill>
                    <a:prstClr val="black">
                      <a:lumMod val="95000"/>
                      <a:lumOff val="5000"/>
                    </a:prstClr>
                  </a:solidFill>
                  <a:latin typeface="+mn-lt"/>
                </a:endParaRPr>
              </a:p>
            </p:txBody>
          </p:sp>
          <p:sp>
            <p:nvSpPr>
              <p:cNvPr id="13" name="TextBox 12">
                <a:extLst>
                  <a:ext uri="{FF2B5EF4-FFF2-40B4-BE49-F238E27FC236}">
                    <a16:creationId xmlns:a16="http://schemas.microsoft.com/office/drawing/2014/main" id="{9F8CBAB0-1BA2-7F46-A60A-0E9A062FC2F4}"/>
                  </a:ext>
                </a:extLst>
              </p:cNvPr>
              <p:cNvSpPr txBox="1"/>
              <p:nvPr/>
            </p:nvSpPr>
            <p:spPr>
              <a:xfrm>
                <a:off x="4535920" y="4545114"/>
                <a:ext cx="3240067" cy="369337"/>
              </a:xfrm>
              <a:prstGeom prst="rect">
                <a:avLst/>
              </a:prstGeom>
              <a:noFill/>
            </p:spPr>
            <p:txBody>
              <a:bodyPr wrap="square">
                <a:spAutoFit/>
              </a:bodyPr>
              <a:lstStyle/>
              <a:p>
                <a:pPr defTabSz="685800"/>
                <a:r>
                  <a:rPr lang="en-GB" sz="1350" dirty="0">
                    <a:solidFill>
                      <a:prstClr val="black">
                        <a:lumMod val="95000"/>
                        <a:lumOff val="5000"/>
                      </a:prstClr>
                    </a:solidFill>
                    <a:latin typeface="+mn-lt"/>
                  </a:rPr>
                  <a:t>@</a:t>
                </a:r>
                <a:r>
                  <a:rPr lang="en-GB" sz="1350" dirty="0" err="1">
                    <a:solidFill>
                      <a:prstClr val="black">
                        <a:lumMod val="95000"/>
                        <a:lumOff val="5000"/>
                      </a:prstClr>
                    </a:solidFill>
                    <a:latin typeface="+mn-lt"/>
                  </a:rPr>
                  <a:t>UgandaChristianUniversity</a:t>
                </a:r>
                <a:endParaRPr lang="en-UG" sz="1350" dirty="0">
                  <a:solidFill>
                    <a:prstClr val="black">
                      <a:lumMod val="95000"/>
                      <a:lumOff val="5000"/>
                    </a:prstClr>
                  </a:solidFill>
                  <a:latin typeface="+mn-lt"/>
                </a:endParaRPr>
              </a:p>
            </p:txBody>
          </p:sp>
          <p:sp>
            <p:nvSpPr>
              <p:cNvPr id="14" name="TextBox 13">
                <a:extLst>
                  <a:ext uri="{FF2B5EF4-FFF2-40B4-BE49-F238E27FC236}">
                    <a16:creationId xmlns:a16="http://schemas.microsoft.com/office/drawing/2014/main" id="{6476C215-3CAA-044D-A872-4F32F671EBCA}"/>
                  </a:ext>
                </a:extLst>
              </p:cNvPr>
              <p:cNvSpPr txBox="1"/>
              <p:nvPr/>
            </p:nvSpPr>
            <p:spPr>
              <a:xfrm>
                <a:off x="4201882" y="3514011"/>
                <a:ext cx="3513911" cy="886408"/>
              </a:xfrm>
              <a:prstGeom prst="rect">
                <a:avLst/>
              </a:prstGeom>
              <a:noFill/>
            </p:spPr>
            <p:txBody>
              <a:bodyPr wrap="square">
                <a:spAutoFit/>
              </a:bodyPr>
              <a:lstStyle/>
              <a:p>
                <a:pPr defTabSz="685800"/>
                <a:r>
                  <a:rPr lang="sv-SE" sz="1400" dirty="0">
                    <a:solidFill>
                      <a:srgbClr val="5B9BD5">
                        <a:lumMod val="50000"/>
                      </a:srgbClr>
                    </a:solidFill>
                    <a:latin typeface="+mn-lt"/>
                  </a:rPr>
                  <a:t>P.O. Box 4 Mukono, Uganda</a:t>
                </a:r>
              </a:p>
              <a:p>
                <a:pPr defTabSz="685800"/>
                <a:r>
                  <a:rPr lang="en-GB" sz="1400" dirty="0">
                    <a:solidFill>
                      <a:srgbClr val="5B9BD5">
                        <a:lumMod val="50000"/>
                      </a:srgbClr>
                    </a:solidFill>
                    <a:latin typeface="+mn-lt"/>
                  </a:rPr>
                  <a:t>Tel: 256-312-350800</a:t>
                </a:r>
              </a:p>
              <a:p>
                <a:pPr defTabSz="685800"/>
                <a:r>
                  <a:rPr lang="fr-FR" sz="1400" dirty="0">
                    <a:solidFill>
                      <a:srgbClr val="5B9BD5">
                        <a:lumMod val="50000"/>
                      </a:srgbClr>
                    </a:solidFill>
                    <a:latin typeface="+mn-lt"/>
                  </a:rPr>
                  <a:t>Email: </a:t>
                </a:r>
                <a:r>
                  <a:rPr lang="fr-FR" sz="1400" dirty="0">
                    <a:solidFill>
                      <a:srgbClr val="0000FF"/>
                    </a:solidFill>
                    <a:latin typeface="+mn-lt"/>
                    <a:hlinkClick r:id="rId9">
                      <a:extLst>
                        <a:ext uri="{A12FA001-AC4F-418D-AE19-62706E023703}">
                          <ahyp:hlinkClr xmlns:ahyp="http://schemas.microsoft.com/office/drawing/2018/hyperlinkcolor" xmlns="" val="tx"/>
                        </a:ext>
                      </a:extLst>
                    </a:hlinkClick>
                  </a:rPr>
                  <a:t>info@ucu.ac.ug</a:t>
                </a:r>
                <a:endParaRPr lang="fr-FR" sz="1400" dirty="0">
                  <a:solidFill>
                    <a:srgbClr val="0000FF"/>
                  </a:solidFill>
                  <a:latin typeface="+mn-lt"/>
                </a:endParaRPr>
              </a:p>
            </p:txBody>
          </p:sp>
          <p:sp>
            <p:nvSpPr>
              <p:cNvPr id="15" name="TextBox 14">
                <a:extLst>
                  <a:ext uri="{FF2B5EF4-FFF2-40B4-BE49-F238E27FC236}">
                    <a16:creationId xmlns:a16="http://schemas.microsoft.com/office/drawing/2014/main" id="{6852FF44-A1AC-754F-ACAA-B4A0B8FFDC4F}"/>
                  </a:ext>
                </a:extLst>
              </p:cNvPr>
              <p:cNvSpPr txBox="1"/>
              <p:nvPr/>
            </p:nvSpPr>
            <p:spPr>
              <a:xfrm>
                <a:off x="4173580" y="3135225"/>
                <a:ext cx="4174871" cy="480138"/>
              </a:xfrm>
              <a:prstGeom prst="rect">
                <a:avLst/>
              </a:prstGeom>
              <a:noFill/>
            </p:spPr>
            <p:txBody>
              <a:bodyPr wrap="square">
                <a:spAutoFit/>
              </a:bodyPr>
              <a:lstStyle/>
              <a:p>
                <a:pPr defTabSz="685800"/>
                <a:r>
                  <a:rPr lang="en-GB" sz="2000" b="1" dirty="0">
                    <a:solidFill>
                      <a:srgbClr val="5B9BD5">
                        <a:lumMod val="50000"/>
                      </a:srgbClr>
                    </a:solidFill>
                    <a:latin typeface="+mj-lt"/>
                  </a:rPr>
                  <a:t>Uganda Christian University</a:t>
                </a:r>
                <a:endParaRPr lang="en-UG" sz="2000" dirty="0">
                  <a:solidFill>
                    <a:srgbClr val="5B9BD5">
                      <a:lumMod val="50000"/>
                    </a:srgbClr>
                  </a:solidFill>
                  <a:latin typeface="+mj-lt"/>
                </a:endParaRPr>
              </a:p>
            </p:txBody>
          </p:sp>
          <p:pic>
            <p:nvPicPr>
              <p:cNvPr id="16" name="Picture 6" descr="facebook instagram whatsapp PNG image with transparent background | TOPpng">
                <a:extLst>
                  <a:ext uri="{FF2B5EF4-FFF2-40B4-BE49-F238E27FC236}">
                    <a16:creationId xmlns:a16="http://schemas.microsoft.com/office/drawing/2014/main" id="{9FA1BB22-7CA4-A84B-AB4E-D369D5820D57}"/>
                  </a:ext>
                </a:extLst>
              </p:cNvPr>
              <p:cNvPicPr>
                <a:picLocks noChangeAspect="1" noChangeArrowheads="1"/>
              </p:cNvPicPr>
              <p:nvPr userDrawn="1"/>
            </p:nvPicPr>
            <p:blipFill rotWithShape="1">
              <a:blip r:embed="rId4" cstate="print">
                <a:extLst>
                  <a:ext uri="{BEBA8EAE-BF5A-486C-A8C5-ECC9F3942E4B}">
                    <a14:imgProps xmlns:a14="http://schemas.microsoft.com/office/drawing/2010/main">
                      <a14:imgLayer r:embed="rId5">
                        <a14:imgEffect>
                          <a14:backgroundRemoval t="0" b="89872" l="1548" r="97619">
                            <a14:foregroundMark x1="76310" y1="9197" x2="75595" y2="18859"/>
                            <a14:foregroundMark x1="80833" y1="7101" x2="90595" y2="8731"/>
                            <a14:foregroundMark x1="90595" y1="12806" x2="89048" y2="22468"/>
                            <a14:foregroundMark x1="77738" y1="22119" x2="86667" y2="21769"/>
                            <a14:foregroundMark x1="12262" y1="42491" x2="11071" y2="58091"/>
                            <a14:foregroundMark x1="82976" y1="11991" x2="80119" y2="17346"/>
                            <a14:foregroundMark x1="73690" y1="5471" x2="70952" y2="18626"/>
                          </a14:backgroundRemoval>
                        </a14:imgEffect>
                      </a14:imgLayer>
                    </a14:imgProps>
                  </a:ext>
                  <a:ext uri="{28A0092B-C50C-407E-A947-70E740481C1C}">
                    <a14:useLocalDpi xmlns:a14="http://schemas.microsoft.com/office/drawing/2010/main" val="0"/>
                  </a:ext>
                </a:extLst>
              </a:blip>
              <a:srcRect t="34921" r="64675" b="31937"/>
              <a:stretch/>
            </p:blipFill>
            <p:spPr bwMode="auto">
              <a:xfrm>
                <a:off x="7686943" y="4513314"/>
                <a:ext cx="448492" cy="447534"/>
              </a:xfrm>
              <a:prstGeom prst="rect">
                <a:avLst/>
              </a:prstGeom>
              <a:noFill/>
              <a:extLst>
                <a:ext uri="{909E8E84-426E-40DD-AFC4-6F175D3DCCD1}">
                  <a14:hiddenFill xmlns:a14="http://schemas.microsoft.com/office/drawing/2010/main">
                    <a:solidFill>
                      <a:srgbClr val="FFFFFF"/>
                    </a:solidFill>
                  </a14:hiddenFill>
                </a:ext>
              </a:extLst>
            </p:spPr>
          </p:pic>
        </p:grpSp>
        <p:pic>
          <p:nvPicPr>
            <p:cNvPr id="19" name="Picture 18">
              <a:extLst>
                <a:ext uri="{FF2B5EF4-FFF2-40B4-BE49-F238E27FC236}">
                  <a16:creationId xmlns:a16="http://schemas.microsoft.com/office/drawing/2014/main" id="{D0C7577D-7C00-3A42-BCDC-2DAC137B88F2}"/>
                </a:ext>
              </a:extLst>
            </p:cNvPr>
            <p:cNvPicPr>
              <a:picLocks noChangeAspect="1"/>
            </p:cNvPicPr>
            <p:nvPr userDrawn="1"/>
          </p:nvPicPr>
          <p:blipFill rotWithShape="1">
            <a:blip r:embed="rId10"/>
            <a:srcRect l="4177" t="16271" r="77310" b="16737"/>
            <a:stretch/>
          </p:blipFill>
          <p:spPr>
            <a:xfrm>
              <a:off x="3054867" y="3883165"/>
              <a:ext cx="1730515" cy="1908000"/>
            </a:xfrm>
            <a:prstGeom prst="rect">
              <a:avLst/>
            </a:prstGeom>
          </p:spPr>
        </p:pic>
      </p:grpSp>
      <p:pic>
        <p:nvPicPr>
          <p:cNvPr id="21" name="Picture 2" descr="Red button thank you icon Royalty Free Vector Image">
            <a:extLst>
              <a:ext uri="{FF2B5EF4-FFF2-40B4-BE49-F238E27FC236}">
                <a16:creationId xmlns:a16="http://schemas.microsoft.com/office/drawing/2014/main" id="{7627C261-6001-7C4D-94EE-64BE3F8A7C13}"/>
              </a:ext>
            </a:extLst>
          </p:cNvPr>
          <p:cNvPicPr>
            <a:picLocks noChangeAspect="1" noChangeArrowheads="1"/>
          </p:cNvPicPr>
          <p:nvPr/>
        </p:nvPicPr>
        <p:blipFill rotWithShape="1">
          <a:blip r:embed="rId11" cstate="print">
            <a:extLst>
              <a:ext uri="{BEBA8EAE-BF5A-486C-A8C5-ECC9F3942E4B}">
                <a14:imgProps xmlns:a14="http://schemas.microsoft.com/office/drawing/2010/main">
                  <a14:imgLayer r:embed="rId12">
                    <a14:imgEffect>
                      <a14:backgroundRemoval t="8611" b="86019" l="10000" r="90000">
                        <a14:foregroundMark x1="41000" y1="28981" x2="39100" y2="58519"/>
                        <a14:foregroundMark x1="27700" y1="36296" x2="34800" y2="63981"/>
                        <a14:foregroundMark x1="26600" y1="32500" x2="78400" y2="47685"/>
                        <a14:foregroundMark x1="52100" y1="23981" x2="53500" y2="41389"/>
                        <a14:foregroundMark x1="38900" y1="20463" x2="49000" y2="35556"/>
                        <a14:foregroundMark x1="44200" y1="21481" x2="69600" y2="35370"/>
                        <a14:foregroundMark x1="65200" y1="24722" x2="65200" y2="44444"/>
                        <a14:foregroundMark x1="71900" y1="31852" x2="70200" y2="51389"/>
                        <a14:foregroundMark x1="69200" y1="60463" x2="59800" y2="47500"/>
                        <a14:foregroundMark x1="75300" y1="54259" x2="61100" y2="48333"/>
                        <a14:foregroundMark x1="59800" y1="30370" x2="56700" y2="41389"/>
                        <a14:foregroundMark x1="57500" y1="68426" x2="54000" y2="46759"/>
                        <a14:foregroundMark x1="38300" y1="61667" x2="67900" y2="65926"/>
                        <a14:foregroundMark x1="47100" y1="46019" x2="58300" y2="52593"/>
                        <a14:foregroundMark x1="46500" y1="58148" x2="52700" y2="57963"/>
                        <a14:foregroundMark x1="45400" y1="46204" x2="50600" y2="57407"/>
                        <a14:foregroundMark x1="36200" y1="40370" x2="46700" y2="51389"/>
                        <a14:foregroundMark x1="43100" y1="64167" x2="50600" y2="68796"/>
                      </a14:backgroundRemoval>
                    </a14:imgEffect>
                  </a14:imgLayer>
                </a14:imgProps>
              </a:ext>
              <a:ext uri="{28A0092B-C50C-407E-A947-70E740481C1C}">
                <a14:useLocalDpi xmlns:a14="http://schemas.microsoft.com/office/drawing/2010/main" val="0"/>
              </a:ext>
            </a:extLst>
          </a:blip>
          <a:srcRect b="13043"/>
          <a:stretch/>
        </p:blipFill>
        <p:spPr bwMode="auto">
          <a:xfrm>
            <a:off x="4606336" y="1691476"/>
            <a:ext cx="1825644" cy="17041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53578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hyperlink" Target="http://www.ucu.ac.ug/" TargetMode="Externa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hyperlink" Target="mailto:info@ucu.ac.ug" TargetMode="Externa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B9D1C1C-C874-3B4C-BFA8-814DB2F2DE8B}"/>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776791" y="0"/>
            <a:ext cx="2415209" cy="735885"/>
          </a:xfrm>
          <a:prstGeom prst="rect">
            <a:avLst/>
          </a:prstGeom>
        </p:spPr>
      </p:pic>
      <p:sp>
        <p:nvSpPr>
          <p:cNvPr id="2" name="Title Placeholder 1">
            <a:extLst>
              <a:ext uri="{FF2B5EF4-FFF2-40B4-BE49-F238E27FC236}">
                <a16:creationId xmlns:a16="http://schemas.microsoft.com/office/drawing/2014/main" id="{05C434D8-BE21-3C4F-B966-C264E42D1A88}"/>
              </a:ext>
            </a:extLst>
          </p:cNvPr>
          <p:cNvSpPr>
            <a:spLocks noGrp="1"/>
          </p:cNvSpPr>
          <p:nvPr>
            <p:ph type="title"/>
          </p:nvPr>
        </p:nvSpPr>
        <p:spPr>
          <a:xfrm>
            <a:off x="838200" y="365126"/>
            <a:ext cx="10515600" cy="1143000"/>
          </a:xfrm>
          <a:prstGeom prst="rect">
            <a:avLst/>
          </a:prstGeom>
        </p:spPr>
        <p:txBody>
          <a:bodyPr vert="horz" lIns="91440" tIns="45720" rIns="91440" bIns="45720" rtlCol="0" anchor="ctr">
            <a:normAutofit/>
          </a:bodyPr>
          <a:lstStyle/>
          <a:p>
            <a:r>
              <a:rPr lang="en-US" smtClean="0"/>
              <a:t>Click to edit Master title style</a:t>
            </a:r>
            <a:endParaRPr lang="en-GB" dirty="0"/>
          </a:p>
        </p:txBody>
      </p:sp>
      <p:sp>
        <p:nvSpPr>
          <p:cNvPr id="3" name="Text Placeholder 2">
            <a:extLst>
              <a:ext uri="{FF2B5EF4-FFF2-40B4-BE49-F238E27FC236}">
                <a16:creationId xmlns:a16="http://schemas.microsoft.com/office/drawing/2014/main" id="{DBDB1CAF-D81D-0A48-8CB7-312CE0A6A119}"/>
              </a:ext>
            </a:extLst>
          </p:cNvPr>
          <p:cNvSpPr>
            <a:spLocks noGrp="1"/>
          </p:cNvSpPr>
          <p:nvPr>
            <p:ph type="body" idx="1"/>
          </p:nvPr>
        </p:nvSpPr>
        <p:spPr>
          <a:xfrm>
            <a:off x="838200" y="1687514"/>
            <a:ext cx="10515600" cy="4489450"/>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Rectangle 6">
            <a:extLst>
              <a:ext uri="{FF2B5EF4-FFF2-40B4-BE49-F238E27FC236}">
                <a16:creationId xmlns:a16="http://schemas.microsoft.com/office/drawing/2014/main" id="{27B366C6-09A4-FC49-AA7E-13E205387E20}"/>
              </a:ext>
            </a:extLst>
          </p:cNvPr>
          <p:cNvSpPr/>
          <p:nvPr/>
        </p:nvSpPr>
        <p:spPr>
          <a:xfrm>
            <a:off x="838200" y="1508126"/>
            <a:ext cx="11353800" cy="179387"/>
          </a:xfrm>
          <a:prstGeom prst="rect">
            <a:avLst/>
          </a:prstGeom>
          <a:solidFill>
            <a:srgbClr val="0B3D91"/>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8" name="Rectangle 7">
            <a:extLst>
              <a:ext uri="{FF2B5EF4-FFF2-40B4-BE49-F238E27FC236}">
                <a16:creationId xmlns:a16="http://schemas.microsoft.com/office/drawing/2014/main" id="{FBA8F2F6-9030-F947-8EE4-619A9675FB06}"/>
              </a:ext>
            </a:extLst>
          </p:cNvPr>
          <p:cNvSpPr/>
          <p:nvPr/>
        </p:nvSpPr>
        <p:spPr>
          <a:xfrm>
            <a:off x="0" y="1508126"/>
            <a:ext cx="838200" cy="179387"/>
          </a:xfrm>
          <a:prstGeom prst="rect">
            <a:avLst/>
          </a:prstGeom>
          <a:solidFill>
            <a:srgbClr val="D7014D"/>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2" name="Rectangle 11">
            <a:extLst>
              <a:ext uri="{FF2B5EF4-FFF2-40B4-BE49-F238E27FC236}">
                <a16:creationId xmlns:a16="http://schemas.microsoft.com/office/drawing/2014/main" id="{CF36DCC5-4FD1-2248-B65C-9FF0F5F3BFA1}"/>
              </a:ext>
            </a:extLst>
          </p:cNvPr>
          <p:cNvSpPr/>
          <p:nvPr/>
        </p:nvSpPr>
        <p:spPr>
          <a:xfrm>
            <a:off x="838200" y="1508125"/>
            <a:ext cx="838200" cy="179387"/>
          </a:xfrm>
          <a:prstGeom prst="rect">
            <a:avLst/>
          </a:prstGeom>
          <a:solidFill>
            <a:srgbClr val="FFD93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6" name="Slide Number Placeholder 5">
            <a:extLst>
              <a:ext uri="{FF2B5EF4-FFF2-40B4-BE49-F238E27FC236}">
                <a16:creationId xmlns:a16="http://schemas.microsoft.com/office/drawing/2014/main" id="{0BF70F0D-47D2-7442-8BCD-A0A76A1F068D}"/>
              </a:ext>
            </a:extLst>
          </p:cNvPr>
          <p:cNvSpPr>
            <a:spLocks noGrp="1"/>
          </p:cNvSpPr>
          <p:nvPr>
            <p:ph type="sldNum" sz="quarter" idx="4"/>
          </p:nvPr>
        </p:nvSpPr>
        <p:spPr>
          <a:xfrm>
            <a:off x="10809962" y="6356350"/>
            <a:ext cx="54383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69D779-44DA-4905-ACC1-545D634B4037}" type="slidenum">
              <a:rPr lang="en-US" smtClean="0"/>
              <a:t>‹#›</a:t>
            </a:fld>
            <a:endParaRPr lang="en-US"/>
          </a:p>
        </p:txBody>
      </p:sp>
      <p:sp>
        <p:nvSpPr>
          <p:cNvPr id="4" name="Date Placeholder 3">
            <a:extLst>
              <a:ext uri="{FF2B5EF4-FFF2-40B4-BE49-F238E27FC236}">
                <a16:creationId xmlns:a16="http://schemas.microsoft.com/office/drawing/2014/main" id="{6325CA02-C0BE-C748-BB6D-191D4A1F6F6E}"/>
              </a:ext>
            </a:extLst>
          </p:cNvPr>
          <p:cNvSpPr>
            <a:spLocks noGrp="1"/>
          </p:cNvSpPr>
          <p:nvPr>
            <p:ph type="dt" sz="half" idx="2"/>
          </p:nvPr>
        </p:nvSpPr>
        <p:spPr>
          <a:xfrm>
            <a:off x="838200" y="6356350"/>
            <a:ext cx="1028178"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A1FB15-6D06-48CE-A7E9-4D6F63361D53}" type="datetimeFigureOut">
              <a:rPr lang="en-US" smtClean="0"/>
              <a:t>9/27/2026</a:t>
            </a:fld>
            <a:endParaRPr lang="en-US"/>
          </a:p>
        </p:txBody>
      </p:sp>
      <p:sp>
        <p:nvSpPr>
          <p:cNvPr id="5" name="Footer Placeholder 4">
            <a:extLst>
              <a:ext uri="{FF2B5EF4-FFF2-40B4-BE49-F238E27FC236}">
                <a16:creationId xmlns:a16="http://schemas.microsoft.com/office/drawing/2014/main" id="{CE950729-1D81-7842-BB34-E0DBD93FE94C}"/>
              </a:ext>
            </a:extLst>
          </p:cNvPr>
          <p:cNvSpPr>
            <a:spLocks noGrp="1"/>
          </p:cNvSpPr>
          <p:nvPr>
            <p:ph type="ftr" sz="quarter" idx="3"/>
          </p:nvPr>
        </p:nvSpPr>
        <p:spPr>
          <a:xfrm>
            <a:off x="2116899" y="6251714"/>
            <a:ext cx="8129391" cy="469762"/>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15" name="TextBox 14">
            <a:extLst>
              <a:ext uri="{FF2B5EF4-FFF2-40B4-BE49-F238E27FC236}">
                <a16:creationId xmlns:a16="http://schemas.microsoft.com/office/drawing/2014/main" id="{FCD30695-89F9-9D40-8B73-8CF0F208D14C}"/>
              </a:ext>
            </a:extLst>
          </p:cNvPr>
          <p:cNvSpPr txBox="1"/>
          <p:nvPr/>
        </p:nvSpPr>
        <p:spPr>
          <a:xfrm>
            <a:off x="3975652" y="6176964"/>
            <a:ext cx="3627783" cy="646331"/>
          </a:xfrm>
          <a:prstGeom prst="rect">
            <a:avLst/>
          </a:prstGeom>
          <a:noFill/>
        </p:spPr>
        <p:txBody>
          <a:bodyPr wrap="square" rtlCol="0">
            <a:spAutoFit/>
          </a:bodyPr>
          <a:lstStyle/>
          <a:p>
            <a:pPr algn="ctr"/>
            <a:r>
              <a:rPr lang="en-GB" sz="850" b="1" dirty="0">
                <a:solidFill>
                  <a:srgbClr val="0B3D91"/>
                </a:solidFill>
              </a:rPr>
              <a:t>A Complete Education for A Complete Person</a:t>
            </a:r>
          </a:p>
          <a:p>
            <a:pPr algn="ctr"/>
            <a:r>
              <a:rPr lang="en-GB" sz="700" dirty="0"/>
              <a:t/>
            </a:r>
            <a:br>
              <a:rPr lang="en-GB" sz="700" dirty="0"/>
            </a:br>
            <a:r>
              <a:rPr lang="en-GB" sz="700" dirty="0"/>
              <a:t>P.O. Box 4, </a:t>
            </a:r>
            <a:r>
              <a:rPr lang="en-GB" sz="700" dirty="0" err="1"/>
              <a:t>Mukono</a:t>
            </a:r>
            <a:r>
              <a:rPr lang="en-GB" sz="700" dirty="0"/>
              <a:t>, Uganda, Plot 67-173, Bishop Tucker Road, </a:t>
            </a:r>
            <a:r>
              <a:rPr lang="en-GB" sz="700" dirty="0" err="1"/>
              <a:t>Mukono</a:t>
            </a:r>
            <a:r>
              <a:rPr lang="en-GB" sz="700" dirty="0"/>
              <a:t> Hill</a:t>
            </a:r>
            <a:endParaRPr lang="en-US" sz="700" dirty="0"/>
          </a:p>
          <a:p>
            <a:pPr algn="ctr"/>
            <a:r>
              <a:rPr lang="en-GB" sz="700" dirty="0"/>
              <a:t>Tel: +256 (0) 312 350 800 Email: </a:t>
            </a:r>
            <a:r>
              <a:rPr lang="en-GB" sz="700" u="sng" dirty="0">
                <a:solidFill>
                  <a:srgbClr val="0000FF"/>
                </a:solidFill>
                <a:hlinkClick r:id="rId15">
                  <a:extLst>
                    <a:ext uri="{A12FA001-AC4F-418D-AE19-62706E023703}">
                      <ahyp:hlinkClr xmlns:ahyp="http://schemas.microsoft.com/office/drawing/2018/hyperlinkcolor" xmlns="" val="tx"/>
                    </a:ext>
                  </a:extLst>
                </a:hlinkClick>
              </a:rPr>
              <a:t>info@ucu.ac.ug</a:t>
            </a:r>
            <a:r>
              <a:rPr lang="en-GB" sz="700" dirty="0">
                <a:solidFill>
                  <a:srgbClr val="0000FF"/>
                </a:solidFill>
              </a:rPr>
              <a:t> </a:t>
            </a:r>
            <a:r>
              <a:rPr lang="en-GB" sz="700" dirty="0"/>
              <a:t>Web: </a:t>
            </a:r>
            <a:r>
              <a:rPr lang="en-GB" sz="700" u="sng" dirty="0">
                <a:solidFill>
                  <a:srgbClr val="0000FF"/>
                </a:solidFill>
              </a:rPr>
              <a:t>https://</a:t>
            </a:r>
            <a:r>
              <a:rPr lang="en-GB" sz="700" u="sng" dirty="0">
                <a:solidFill>
                  <a:srgbClr val="0000FF"/>
                </a:solidFill>
                <a:hlinkClick r:id="rId16">
                  <a:extLst>
                    <a:ext uri="{A12FA001-AC4F-418D-AE19-62706E023703}">
                      <ahyp:hlinkClr xmlns:ahyp="http://schemas.microsoft.com/office/drawing/2018/hyperlinkcolor" xmlns="" val="tx"/>
                    </a:ext>
                  </a:extLst>
                </a:hlinkClick>
              </a:rPr>
              <a:t>ucu.ac.ug</a:t>
            </a:r>
            <a:endParaRPr lang="en-US" sz="700" u="sng" dirty="0">
              <a:solidFill>
                <a:srgbClr val="0000FF"/>
              </a:solidFill>
            </a:endParaRPr>
          </a:p>
          <a:p>
            <a:pPr algn="ctr"/>
            <a:r>
              <a:rPr lang="en-GB" sz="650" dirty="0"/>
              <a:t>Founded by the Province of the Church of Uganda. Chartered by the Government of Uganda</a:t>
            </a:r>
            <a:endParaRPr lang="en-US" sz="650" dirty="0"/>
          </a:p>
        </p:txBody>
      </p:sp>
      <p:cxnSp>
        <p:nvCxnSpPr>
          <p:cNvPr id="17" name="Straight Connector 16">
            <a:extLst>
              <a:ext uri="{FF2B5EF4-FFF2-40B4-BE49-F238E27FC236}">
                <a16:creationId xmlns:a16="http://schemas.microsoft.com/office/drawing/2014/main" id="{CC344BD7-844D-7745-BB54-5181F5646184}"/>
              </a:ext>
            </a:extLst>
          </p:cNvPr>
          <p:cNvCxnSpPr>
            <a:cxnSpLocks/>
          </p:cNvCxnSpPr>
          <p:nvPr/>
        </p:nvCxnSpPr>
        <p:spPr>
          <a:xfrm>
            <a:off x="0" y="6395027"/>
            <a:ext cx="12192000" cy="0"/>
          </a:xfrm>
          <a:prstGeom prst="line">
            <a:avLst/>
          </a:prstGeom>
          <a:ln w="12700">
            <a:solidFill>
              <a:srgbClr val="D70167"/>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31418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rgbClr val="1F497D"/>
          </a:solidFill>
          <a:latin typeface="+mj-lt"/>
          <a:ea typeface="+mj-ea"/>
          <a:cs typeface="+mj-cs"/>
        </a:defRPr>
      </a:lvl1pPr>
    </p:titleStyle>
    <p:bodyStyle>
      <a:lvl1pPr marL="228600" indent="-228600" algn="l" defTabSz="914400" rtl="0" eaLnBrk="1" latinLnBrk="0" hangingPunct="1">
        <a:lnSpc>
          <a:spcPct val="90000"/>
        </a:lnSpc>
        <a:spcBef>
          <a:spcPts val="1000"/>
        </a:spcBef>
        <a:buClr>
          <a:srgbClr val="D7014D"/>
        </a:buClr>
        <a:buFont typeface="Wingdings" pitchFamily="2" charset="2"/>
        <a:buChar char="q"/>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B3D91"/>
        </a:buClr>
        <a:buSzPct val="95000"/>
        <a:buFont typeface="Wingdings" pitchFamily="2" charset="2"/>
        <a:buChar char="q"/>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D70167"/>
        </a:buClr>
        <a:buSzPct val="90000"/>
        <a:buFont typeface="Wingdings" pitchFamily="2" charset="2"/>
        <a:buChar char="q"/>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D70167"/>
        </a:buClr>
        <a:buSzPct val="88000"/>
        <a:buFont typeface="Wingdings" pitchFamily="2" charset="2"/>
        <a:buChar char="q"/>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7931"/>
        </a:buClr>
        <a:buSzPct val="86000"/>
        <a:buFont typeface="Wingdings" pitchFamily="2" charset="2"/>
        <a:buChar char="q"/>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58262"/>
            <a:ext cx="9144000" cy="2338753"/>
          </a:xfrm>
        </p:spPr>
        <p:txBody>
          <a:bodyPr/>
          <a:lstStyle/>
          <a:p>
            <a:r>
              <a:rPr lang="en-US" dirty="0" smtClean="0"/>
              <a:t>The Network Layer(OSI model)</a:t>
            </a:r>
            <a:r>
              <a:rPr lang="en-US" dirty="0" smtClean="0"/>
              <a:t> </a:t>
            </a:r>
            <a:endParaRPr lang="en-US" dirty="0"/>
          </a:p>
        </p:txBody>
      </p:sp>
      <p:sp>
        <p:nvSpPr>
          <p:cNvPr id="3" name="Subtitle 2"/>
          <p:cNvSpPr>
            <a:spLocks noGrp="1"/>
          </p:cNvSpPr>
          <p:nvPr>
            <p:ph type="subTitle" idx="1"/>
          </p:nvPr>
        </p:nvSpPr>
        <p:spPr>
          <a:xfrm>
            <a:off x="1635368" y="2602523"/>
            <a:ext cx="9032631" cy="3429000"/>
          </a:xfrm>
        </p:spPr>
        <p:txBody>
          <a:bodyPr>
            <a:noAutofit/>
          </a:bodyPr>
          <a:lstStyle/>
          <a:p>
            <a:r>
              <a:rPr lang="en-US" sz="1400" dirty="0"/>
              <a:t>MBABAZI GRACE - S26B38/035</a:t>
            </a:r>
          </a:p>
          <a:p>
            <a:r>
              <a:rPr lang="en-US" sz="1400" dirty="0"/>
              <a:t>ABALO LUCY - S26B38/071</a:t>
            </a:r>
          </a:p>
          <a:p>
            <a:r>
              <a:rPr lang="en-US" sz="1400" dirty="0"/>
              <a:t>NABIRYE VIOLA - S26B23/081</a:t>
            </a:r>
          </a:p>
          <a:p>
            <a:r>
              <a:rPr lang="en-US" sz="1400" dirty="0"/>
              <a:t>EDWARD EDWIN SSEMBOGGA- S26B23/087</a:t>
            </a:r>
          </a:p>
          <a:p>
            <a:r>
              <a:rPr lang="en-US" sz="1400" dirty="0"/>
              <a:t>ASIIMWE ATUHUMUZA OLUSEGUN- S26B23/153</a:t>
            </a:r>
          </a:p>
          <a:p>
            <a:r>
              <a:rPr lang="en-US" sz="1400" dirty="0"/>
              <a:t>MUWAYA JOSHUA A.S - S26B23/011</a:t>
            </a:r>
          </a:p>
          <a:p>
            <a:r>
              <a:rPr lang="en-US" sz="1400" dirty="0"/>
              <a:t>KUTESAKWE TIMOTHY - S26B23/143</a:t>
            </a:r>
          </a:p>
          <a:p>
            <a:r>
              <a:rPr lang="en-US" sz="1400" dirty="0"/>
              <a:t>OPIO JONATHAN - S26B23/085</a:t>
            </a:r>
          </a:p>
          <a:p>
            <a:r>
              <a:rPr lang="en-US" sz="1400" dirty="0"/>
              <a:t>MARK BEST OCHAGA - S26B23/083</a:t>
            </a:r>
          </a:p>
        </p:txBody>
      </p:sp>
    </p:spTree>
    <p:extLst>
      <p:ext uri="{BB962C8B-B14F-4D97-AF65-F5344CB8AC3E}">
        <p14:creationId xmlns:p14="http://schemas.microsoft.com/office/powerpoint/2010/main" val="2151363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OSI Model</a:t>
            </a:r>
            <a:endParaRPr lang="en-US" dirty="0"/>
          </a:p>
        </p:txBody>
      </p:sp>
      <p:sp>
        <p:nvSpPr>
          <p:cNvPr id="3" name="Content Placeholder 2"/>
          <p:cNvSpPr>
            <a:spLocks noGrp="1"/>
          </p:cNvSpPr>
          <p:nvPr>
            <p:ph idx="1"/>
          </p:nvPr>
        </p:nvSpPr>
        <p:spPr>
          <a:xfrm>
            <a:off x="838200" y="1687514"/>
            <a:ext cx="6942992" cy="4489450"/>
          </a:xfrm>
        </p:spPr>
        <p:txBody>
          <a:bodyPr/>
          <a:lstStyle/>
          <a:p>
            <a:r>
              <a:rPr lang="en-US" dirty="0"/>
              <a:t>The OSI (Open Systems Interconnection) Model is a conceptual framework created by the International Organization for Standardization (ISO) to describe how data is transmitted across a network using a structured seven-layer architecture.</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81962" y="1724761"/>
            <a:ext cx="3800475" cy="4772025"/>
          </a:xfrm>
          <a:prstGeom prst="rect">
            <a:avLst/>
          </a:prstGeom>
        </p:spPr>
      </p:pic>
    </p:spTree>
    <p:extLst>
      <p:ext uri="{BB962C8B-B14F-4D97-AF65-F5344CB8AC3E}">
        <p14:creationId xmlns:p14="http://schemas.microsoft.com/office/powerpoint/2010/main" val="286222829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Layers of the OSI Model.</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en-US" dirty="0" smtClean="0"/>
              <a:t>The OSI model is split into seven </a:t>
            </a:r>
          </a:p>
          <a:p>
            <a:pPr marL="0" indent="0">
              <a:buNone/>
            </a:pPr>
            <a:r>
              <a:rPr lang="en-US" dirty="0" smtClean="0"/>
              <a:t>distinct layers which are;</a:t>
            </a:r>
          </a:p>
          <a:p>
            <a:r>
              <a:rPr lang="en-US" dirty="0" smtClean="0"/>
              <a:t>The Physical layer</a:t>
            </a:r>
          </a:p>
          <a:p>
            <a:r>
              <a:rPr lang="en-US" dirty="0" smtClean="0"/>
              <a:t>The Data link layer</a:t>
            </a:r>
          </a:p>
          <a:p>
            <a:r>
              <a:rPr lang="en-US" dirty="0" smtClean="0"/>
              <a:t>The network layer</a:t>
            </a:r>
          </a:p>
          <a:p>
            <a:r>
              <a:rPr lang="en-US" dirty="0" smtClean="0"/>
              <a:t>The transport layer</a:t>
            </a:r>
          </a:p>
          <a:p>
            <a:r>
              <a:rPr lang="en-US" dirty="0" smtClean="0"/>
              <a:t>The Session layer</a:t>
            </a:r>
          </a:p>
          <a:p>
            <a:r>
              <a:rPr lang="en-US" dirty="0" smtClean="0"/>
              <a:t>The Presentation Layer</a:t>
            </a:r>
          </a:p>
          <a:p>
            <a:r>
              <a:rPr lang="en-US" dirty="0" smtClean="0"/>
              <a:t>The Application Layer</a:t>
            </a:r>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30752" y="1529547"/>
            <a:ext cx="4461248" cy="4805384"/>
          </a:xfrm>
          <a:prstGeom prst="rect">
            <a:avLst/>
          </a:prstGeom>
        </p:spPr>
      </p:pic>
    </p:spTree>
    <p:extLst>
      <p:ext uri="{BB962C8B-B14F-4D97-AF65-F5344CB8AC3E}">
        <p14:creationId xmlns:p14="http://schemas.microsoft.com/office/powerpoint/2010/main" val="367457003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Network Layer(3</a:t>
            </a:r>
            <a:r>
              <a:rPr lang="en-US" baseline="30000" dirty="0" smtClean="0"/>
              <a:t>rd</a:t>
            </a:r>
            <a:r>
              <a:rPr lang="en-US" dirty="0" smtClean="0"/>
              <a:t> layer)</a:t>
            </a:r>
            <a:endParaRPr lang="en-US" dirty="0"/>
          </a:p>
        </p:txBody>
      </p:sp>
      <p:sp>
        <p:nvSpPr>
          <p:cNvPr id="3" name="Content Placeholder 2"/>
          <p:cNvSpPr>
            <a:spLocks noGrp="1"/>
          </p:cNvSpPr>
          <p:nvPr>
            <p:ph idx="1"/>
          </p:nvPr>
        </p:nvSpPr>
        <p:spPr>
          <a:xfrm>
            <a:off x="838200" y="1687514"/>
            <a:ext cx="5975838" cy="4489450"/>
          </a:xfrm>
        </p:spPr>
        <p:txBody>
          <a:bodyPr/>
          <a:lstStyle/>
          <a:p>
            <a:r>
              <a:rPr lang="en-US" dirty="0" smtClean="0"/>
              <a:t>The Network layer manages data transmission between hosts across different networks by handling logical addressing and path finding.</a:t>
            </a:r>
          </a:p>
          <a:p>
            <a:r>
              <a:rPr lang="en-US" dirty="0" smtClean="0"/>
              <a:t>It provides a logical end to end logical system so that data can be routed across several layer 2 networks.</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14039" y="2382715"/>
            <a:ext cx="5006120" cy="3160102"/>
          </a:xfrm>
          <a:prstGeom prst="rect">
            <a:avLst/>
          </a:prstGeom>
        </p:spPr>
      </p:pic>
    </p:spTree>
    <p:extLst>
      <p:ext uri="{BB962C8B-B14F-4D97-AF65-F5344CB8AC3E}">
        <p14:creationId xmlns:p14="http://schemas.microsoft.com/office/powerpoint/2010/main" val="295171109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functions of the 3rd layer</a:t>
            </a:r>
            <a:endParaRPr lang="en-US" dirty="0"/>
          </a:p>
        </p:txBody>
      </p:sp>
      <p:sp>
        <p:nvSpPr>
          <p:cNvPr id="3" name="Content Placeholder 2"/>
          <p:cNvSpPr>
            <a:spLocks noGrp="1"/>
          </p:cNvSpPr>
          <p:nvPr>
            <p:ph idx="1"/>
          </p:nvPr>
        </p:nvSpPr>
        <p:spPr/>
        <p:txBody>
          <a:bodyPr>
            <a:normAutofit lnSpcReduction="10000"/>
          </a:bodyPr>
          <a:lstStyle/>
          <a:p>
            <a:r>
              <a:rPr lang="en-US" dirty="0" smtClean="0"/>
              <a:t>Logical addressing-assigns logical addresses (</a:t>
            </a:r>
            <a:r>
              <a:rPr lang="en-US" dirty="0" err="1" smtClean="0"/>
              <a:t>ip</a:t>
            </a:r>
            <a:r>
              <a:rPr lang="en-US" dirty="0" smtClean="0"/>
              <a:t> addresses) which are used to identify networks and hosts.</a:t>
            </a:r>
          </a:p>
          <a:p>
            <a:r>
              <a:rPr lang="en-US" dirty="0" smtClean="0"/>
              <a:t>Routing-Determines the best path for data packets to travel from the source network to the destination network.</a:t>
            </a:r>
          </a:p>
          <a:p>
            <a:r>
              <a:rPr lang="en-US" dirty="0" smtClean="0"/>
              <a:t>Forwarding-Directs packets to the correct next hop based on their destination </a:t>
            </a:r>
            <a:r>
              <a:rPr lang="en-US" dirty="0" err="1" smtClean="0"/>
              <a:t>ip</a:t>
            </a:r>
            <a:r>
              <a:rPr lang="en-US" dirty="0" smtClean="0"/>
              <a:t> address.</a:t>
            </a:r>
          </a:p>
          <a:p>
            <a:r>
              <a:rPr lang="en-US" dirty="0" smtClean="0"/>
              <a:t>Encapsulation-Wraps layer 3 packets with a header containing source and destination </a:t>
            </a:r>
            <a:r>
              <a:rPr lang="en-US" dirty="0" err="1" smtClean="0"/>
              <a:t>ip</a:t>
            </a:r>
            <a:r>
              <a:rPr lang="en-US" dirty="0" smtClean="0"/>
              <a:t> addresses creating an envelope around the data.</a:t>
            </a:r>
          </a:p>
          <a:p>
            <a:r>
              <a:rPr lang="en-US" dirty="0" smtClean="0"/>
              <a:t>Internetworking-connects different types of networks to allow communication between them.</a:t>
            </a:r>
            <a:endParaRPr lang="en-US" dirty="0"/>
          </a:p>
        </p:txBody>
      </p:sp>
    </p:spTree>
    <p:extLst>
      <p:ext uri="{BB962C8B-B14F-4D97-AF65-F5344CB8AC3E}">
        <p14:creationId xmlns:p14="http://schemas.microsoft.com/office/powerpoint/2010/main" val="153015632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it works.</a:t>
            </a:r>
            <a:endParaRPr lang="en-US" dirty="0"/>
          </a:p>
        </p:txBody>
      </p:sp>
      <p:sp>
        <p:nvSpPr>
          <p:cNvPr id="3" name="Content Placeholder 2"/>
          <p:cNvSpPr>
            <a:spLocks noGrp="1"/>
          </p:cNvSpPr>
          <p:nvPr>
            <p:ph idx="1"/>
          </p:nvPr>
        </p:nvSpPr>
        <p:spPr/>
        <p:txBody>
          <a:bodyPr>
            <a:normAutofit lnSpcReduction="10000"/>
          </a:bodyPr>
          <a:lstStyle/>
          <a:p>
            <a:r>
              <a:rPr lang="en-US" dirty="0" smtClean="0"/>
              <a:t>The 3</a:t>
            </a:r>
            <a:r>
              <a:rPr lang="en-US" baseline="30000" dirty="0" smtClean="0"/>
              <a:t>rd</a:t>
            </a:r>
            <a:r>
              <a:rPr lang="en-US" dirty="0" smtClean="0"/>
              <a:t> layer first identifies devices with an IP address whereby the IP address consists of 2 </a:t>
            </a:r>
            <a:r>
              <a:rPr lang="en-US" dirty="0" err="1" smtClean="0"/>
              <a:t>things;th</a:t>
            </a:r>
            <a:r>
              <a:rPr lang="en-US" dirty="0" err="1" smtClean="0"/>
              <a:t>e</a:t>
            </a:r>
            <a:r>
              <a:rPr lang="en-US" dirty="0" smtClean="0"/>
              <a:t> network a device is on and the specific device id.</a:t>
            </a:r>
          </a:p>
          <a:p>
            <a:r>
              <a:rPr lang="en-US" dirty="0" smtClean="0"/>
              <a:t>As data is passing through the 3</a:t>
            </a:r>
            <a:r>
              <a:rPr lang="en-US" baseline="30000" dirty="0" smtClean="0"/>
              <a:t>rd</a:t>
            </a:r>
            <a:r>
              <a:rPr lang="en-US" dirty="0" smtClean="0"/>
              <a:t> layer from the 2</a:t>
            </a:r>
            <a:r>
              <a:rPr lang="en-US" baseline="30000" dirty="0" smtClean="0"/>
              <a:t>nd</a:t>
            </a:r>
            <a:r>
              <a:rPr lang="en-US" dirty="0" smtClean="0"/>
              <a:t> layer, the 3</a:t>
            </a:r>
            <a:r>
              <a:rPr lang="en-US" baseline="30000" dirty="0" smtClean="0"/>
              <a:t>rd</a:t>
            </a:r>
            <a:r>
              <a:rPr lang="en-US" dirty="0" smtClean="0"/>
              <a:t> layer adds a header to the data containing source and destination </a:t>
            </a:r>
            <a:r>
              <a:rPr lang="en-US" dirty="0" err="1" smtClean="0"/>
              <a:t>Ips</a:t>
            </a:r>
            <a:r>
              <a:rPr lang="en-US" dirty="0"/>
              <a:t> </a:t>
            </a:r>
            <a:r>
              <a:rPr lang="en-US" dirty="0" smtClean="0"/>
              <a:t>and therefore turning the data into a packet.</a:t>
            </a:r>
          </a:p>
          <a:p>
            <a:r>
              <a:rPr lang="en-US" dirty="0" smtClean="0"/>
              <a:t>The packet then is routed across different routers whereby each router reads the header and forwards the packet to the most optimal router to use to get the packet to its </a:t>
            </a:r>
            <a:r>
              <a:rPr lang="en-US" dirty="0" err="1" smtClean="0"/>
              <a:t>destination.This</a:t>
            </a:r>
            <a:r>
              <a:rPr lang="en-US" dirty="0" smtClean="0"/>
              <a:t> is a process of continuous hops from one router to another.</a:t>
            </a:r>
            <a:endParaRPr lang="en-US" dirty="0"/>
          </a:p>
        </p:txBody>
      </p:sp>
    </p:spTree>
    <p:extLst>
      <p:ext uri="{BB962C8B-B14F-4D97-AF65-F5344CB8AC3E}">
        <p14:creationId xmlns:p14="http://schemas.microsoft.com/office/powerpoint/2010/main" val="15480476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61730" y="703386"/>
            <a:ext cx="7427393" cy="5527310"/>
          </a:xfrm>
        </p:spPr>
      </p:pic>
      <p:sp>
        <p:nvSpPr>
          <p:cNvPr id="5" name="Rectangle 4"/>
          <p:cNvSpPr/>
          <p:nvPr/>
        </p:nvSpPr>
        <p:spPr>
          <a:xfrm>
            <a:off x="7271238" y="5407269"/>
            <a:ext cx="1714500" cy="483577"/>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96168064"/>
      </p:ext>
    </p:extLst>
  </p:cSld>
  <p:clrMapOvr>
    <a:masterClrMapping/>
  </p:clrMapOvr>
</p:sld>
</file>

<file path=ppt/theme/theme1.xml><?xml version="1.0" encoding="utf-8"?>
<a:theme xmlns:a="http://schemas.openxmlformats.org/drawingml/2006/main" name="UCU-official Slide_Template  (1) (1)">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Trebuchet MS">
      <a:majorFont>
        <a:latin typeface="Trebuchet MS" panose="020B0603020202020204"/>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UCU-official Slide_Template  (1) (1)</Template>
  <TotalTime>52</TotalTime>
  <Words>368</Words>
  <Application>Microsoft Office PowerPoint</Application>
  <PresentationFormat>Widescreen</PresentationFormat>
  <Paragraphs>36</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Trebuchet MS</vt:lpstr>
      <vt:lpstr>Wingdings</vt:lpstr>
      <vt:lpstr>UCU-official Slide_Template  (1) (1)</vt:lpstr>
      <vt:lpstr>The Network Layer(OSI model) </vt:lpstr>
      <vt:lpstr>The OSI Model</vt:lpstr>
      <vt:lpstr>Layers of the OSI Model.</vt:lpstr>
      <vt:lpstr>The Network Layer(3rd layer)</vt:lpstr>
      <vt:lpstr>Key functions of the 3rd layer</vt:lpstr>
      <vt:lpstr>How it works.</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OSI </dc:title>
  <dc:creator>Allen</dc:creator>
  <cp:lastModifiedBy>Allen</cp:lastModifiedBy>
  <cp:revision>11</cp:revision>
  <dcterms:created xsi:type="dcterms:W3CDTF">2026-09-27T13:46:33Z</dcterms:created>
  <dcterms:modified xsi:type="dcterms:W3CDTF">2026-09-27T15:05:14Z</dcterms:modified>
</cp:coreProperties>
</file>